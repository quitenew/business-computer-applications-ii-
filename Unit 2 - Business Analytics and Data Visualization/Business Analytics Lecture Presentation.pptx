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E94FB1-8212-4C62-9FD1-29060B0266FF}" v="18" dt="2025-02-18T21:50:45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il Hadzi-Jordanov" userId="c1dcf6169034590f" providerId="LiveId" clId="{0DE94FB1-8212-4C62-9FD1-29060B0266FF}"/>
    <pc:docChg chg="undo custSel modSld">
      <pc:chgData name="Vasil Hadzi-Jordanov" userId="c1dcf6169034590f" providerId="LiveId" clId="{0DE94FB1-8212-4C62-9FD1-29060B0266FF}" dt="2025-02-18T21:50:51.327" v="34" actId="14100"/>
      <pc:docMkLst>
        <pc:docMk/>
      </pc:docMkLst>
      <pc:sldChg chg="addSp delSp modSp mod setBg setClrOvrMap">
        <pc:chgData name="Vasil Hadzi-Jordanov" userId="c1dcf6169034590f" providerId="LiveId" clId="{0DE94FB1-8212-4C62-9FD1-29060B0266FF}" dt="2025-02-18T21:50:51.327" v="34" actId="14100"/>
        <pc:sldMkLst>
          <pc:docMk/>
          <pc:sldMk cId="3134050393" sldId="256"/>
        </pc:sldMkLst>
        <pc:spChg chg="mod">
          <ac:chgData name="Vasil Hadzi-Jordanov" userId="c1dcf6169034590f" providerId="LiveId" clId="{0DE94FB1-8212-4C62-9FD1-29060B0266FF}" dt="2025-02-18T21:50:51.327" v="34" actId="14100"/>
          <ac:spMkLst>
            <pc:docMk/>
            <pc:sldMk cId="3134050393" sldId="256"/>
            <ac:spMk id="2" creationId="{3A32E54A-2C12-8B75-FD02-85942A742B15}"/>
          </ac:spMkLst>
        </pc:spChg>
        <pc:spChg chg="mod">
          <ac:chgData name="Vasil Hadzi-Jordanov" userId="c1dcf6169034590f" providerId="LiveId" clId="{0DE94FB1-8212-4C62-9FD1-29060B0266FF}" dt="2025-02-18T21:50:45.976" v="33" actId="113"/>
          <ac:spMkLst>
            <pc:docMk/>
            <pc:sldMk cId="3134050393" sldId="256"/>
            <ac:spMk id="3" creationId="{8911D4E4-5FD3-7666-7843-C11CD7D9685D}"/>
          </ac:spMkLst>
        </pc:spChg>
        <pc:spChg chg="add del">
          <ac:chgData name="Vasil Hadzi-Jordanov" userId="c1dcf6169034590f" providerId="LiveId" clId="{0DE94FB1-8212-4C62-9FD1-29060B0266FF}" dt="2025-02-18T21:46:29.544" v="11" actId="26606"/>
          <ac:spMkLst>
            <pc:docMk/>
            <pc:sldMk cId="3134050393" sldId="256"/>
            <ac:spMk id="9" creationId="{C8320351-9FA2-4A26-885B-BB8F3E4902D2}"/>
          </ac:spMkLst>
        </pc:spChg>
        <pc:spChg chg="add del">
          <ac:chgData name="Vasil Hadzi-Jordanov" userId="c1dcf6169034590f" providerId="LiveId" clId="{0DE94FB1-8212-4C62-9FD1-29060B0266FF}" dt="2025-02-18T21:46:29.544" v="11" actId="26606"/>
          <ac:spMkLst>
            <pc:docMk/>
            <pc:sldMk cId="3134050393" sldId="256"/>
            <ac:spMk id="11" creationId="{68CD2EFB-78C2-4C6E-A6B9-4ED12FAD5B99}"/>
          </ac:spMkLst>
        </pc:spChg>
        <pc:spChg chg="add del">
          <ac:chgData name="Vasil Hadzi-Jordanov" userId="c1dcf6169034590f" providerId="LiveId" clId="{0DE94FB1-8212-4C62-9FD1-29060B0266FF}" dt="2025-02-18T21:46:18.434" v="1" actId="26606"/>
          <ac:spMkLst>
            <pc:docMk/>
            <pc:sldMk cId="3134050393" sldId="256"/>
            <ac:spMk id="16" creationId="{E91DC736-0EF8-4F87-9146-EBF1D2EE4D3D}"/>
          </ac:spMkLst>
        </pc:spChg>
        <pc:spChg chg="add del">
          <ac:chgData name="Vasil Hadzi-Jordanov" userId="c1dcf6169034590f" providerId="LiveId" clId="{0DE94FB1-8212-4C62-9FD1-29060B0266FF}" dt="2025-02-18T21:46:18.434" v="1" actId="26606"/>
          <ac:spMkLst>
            <pc:docMk/>
            <pc:sldMk cId="3134050393" sldId="256"/>
            <ac:spMk id="18" creationId="{097CD68E-23E3-4007-8847-CD0944C4F7BE}"/>
          </ac:spMkLst>
        </pc:spChg>
        <pc:spChg chg="add del">
          <ac:chgData name="Vasil Hadzi-Jordanov" userId="c1dcf6169034590f" providerId="LiveId" clId="{0DE94FB1-8212-4C62-9FD1-29060B0266FF}" dt="2025-02-18T21:46:18.434" v="1" actId="26606"/>
          <ac:spMkLst>
            <pc:docMk/>
            <pc:sldMk cId="3134050393" sldId="256"/>
            <ac:spMk id="20" creationId="{AF2F604E-43BE-4DC3-B983-E071523364F8}"/>
          </ac:spMkLst>
        </pc:spChg>
        <pc:spChg chg="add del">
          <ac:chgData name="Vasil Hadzi-Jordanov" userId="c1dcf6169034590f" providerId="LiveId" clId="{0DE94FB1-8212-4C62-9FD1-29060B0266FF}" dt="2025-02-18T21:46:18.434" v="1" actId="26606"/>
          <ac:spMkLst>
            <pc:docMk/>
            <pc:sldMk cId="3134050393" sldId="256"/>
            <ac:spMk id="22" creationId="{08C9B587-E65E-4B52-B37C-ABEBB6E87928}"/>
          </ac:spMkLst>
        </pc:spChg>
        <pc:spChg chg="add del">
          <ac:chgData name="Vasil Hadzi-Jordanov" userId="c1dcf6169034590f" providerId="LiveId" clId="{0DE94FB1-8212-4C62-9FD1-29060B0266FF}" dt="2025-02-18T21:46:20.604" v="3" actId="26606"/>
          <ac:spMkLst>
            <pc:docMk/>
            <pc:sldMk cId="3134050393" sldId="256"/>
            <ac:spMk id="24" creationId="{71B2258F-86CA-4D4D-8270-BC05FCDEBFB3}"/>
          </ac:spMkLst>
        </pc:spChg>
        <pc:spChg chg="add del">
          <ac:chgData name="Vasil Hadzi-Jordanov" userId="c1dcf6169034590f" providerId="LiveId" clId="{0DE94FB1-8212-4C62-9FD1-29060B0266FF}" dt="2025-02-18T21:46:21.579" v="5" actId="26606"/>
          <ac:spMkLst>
            <pc:docMk/>
            <pc:sldMk cId="3134050393" sldId="256"/>
            <ac:spMk id="26" creationId="{1CDD8E39-EA14-4679-9655-1BFF5A7B63EE}"/>
          </ac:spMkLst>
        </pc:spChg>
        <pc:spChg chg="add del">
          <ac:chgData name="Vasil Hadzi-Jordanov" userId="c1dcf6169034590f" providerId="LiveId" clId="{0DE94FB1-8212-4C62-9FD1-29060B0266FF}" dt="2025-02-18T21:46:26.185" v="7" actId="26606"/>
          <ac:spMkLst>
            <pc:docMk/>
            <pc:sldMk cId="3134050393" sldId="256"/>
            <ac:spMk id="28" creationId="{0D7B6173-1D58-48E2-83CF-37350F315F75}"/>
          </ac:spMkLst>
        </pc:spChg>
        <pc:spChg chg="add del">
          <ac:chgData name="Vasil Hadzi-Jordanov" userId="c1dcf6169034590f" providerId="LiveId" clId="{0DE94FB1-8212-4C62-9FD1-29060B0266FF}" dt="2025-02-18T21:46:26.185" v="7" actId="26606"/>
          <ac:spMkLst>
            <pc:docMk/>
            <pc:sldMk cId="3134050393" sldId="256"/>
            <ac:spMk id="29" creationId="{2F36CA75-CFBF-4844-B719-8FE9EBADA9AF}"/>
          </ac:spMkLst>
        </pc:spChg>
        <pc:spChg chg="add del">
          <ac:chgData name="Vasil Hadzi-Jordanov" userId="c1dcf6169034590f" providerId="LiveId" clId="{0DE94FB1-8212-4C62-9FD1-29060B0266FF}" dt="2025-02-18T21:46:26.185" v="7" actId="26606"/>
          <ac:spMkLst>
            <pc:docMk/>
            <pc:sldMk cId="3134050393" sldId="256"/>
            <ac:spMk id="30" creationId="{3D4A84B9-E564-4DD0-97F8-DBF1C460C28A}"/>
          </ac:spMkLst>
        </pc:spChg>
        <pc:spChg chg="add del">
          <ac:chgData name="Vasil Hadzi-Jordanov" userId="c1dcf6169034590f" providerId="LiveId" clId="{0DE94FB1-8212-4C62-9FD1-29060B0266FF}" dt="2025-02-18T21:46:26.185" v="7" actId="26606"/>
          <ac:spMkLst>
            <pc:docMk/>
            <pc:sldMk cId="3134050393" sldId="256"/>
            <ac:spMk id="31" creationId="{102382E0-0A09-46AE-B955-B911CAFE7F00}"/>
          </ac:spMkLst>
        </pc:spChg>
        <pc:spChg chg="add del">
          <ac:chgData name="Vasil Hadzi-Jordanov" userId="c1dcf6169034590f" providerId="LiveId" clId="{0DE94FB1-8212-4C62-9FD1-29060B0266FF}" dt="2025-02-18T21:46:26.185" v="7" actId="26606"/>
          <ac:spMkLst>
            <pc:docMk/>
            <pc:sldMk cId="3134050393" sldId="256"/>
            <ac:spMk id="32" creationId="{7DE75D4A-0965-4973-BE75-DECCAC9A9614}"/>
          </ac:spMkLst>
        </pc:spChg>
        <pc:spChg chg="add del">
          <ac:chgData name="Vasil Hadzi-Jordanov" userId="c1dcf6169034590f" providerId="LiveId" clId="{0DE94FB1-8212-4C62-9FD1-29060B0266FF}" dt="2025-02-18T21:46:29.528" v="10" actId="26606"/>
          <ac:spMkLst>
            <pc:docMk/>
            <pc:sldMk cId="3134050393" sldId="256"/>
            <ac:spMk id="35" creationId="{D1A4588A-55D5-49B8-BE41-54ACDCFF2C17}"/>
          </ac:spMkLst>
        </pc:spChg>
        <pc:spChg chg="add del">
          <ac:chgData name="Vasil Hadzi-Jordanov" userId="c1dcf6169034590f" providerId="LiveId" clId="{0DE94FB1-8212-4C62-9FD1-29060B0266FF}" dt="2025-02-18T21:46:29.528" v="10" actId="26606"/>
          <ac:spMkLst>
            <pc:docMk/>
            <pc:sldMk cId="3134050393" sldId="256"/>
            <ac:spMk id="36" creationId="{F97E7EA2-EDCD-47E9-81BC-415C606D1B58}"/>
          </ac:spMkLst>
        </pc:spChg>
        <pc:spChg chg="add">
          <ac:chgData name="Vasil Hadzi-Jordanov" userId="c1dcf6169034590f" providerId="LiveId" clId="{0DE94FB1-8212-4C62-9FD1-29060B0266FF}" dt="2025-02-18T21:46:29.544" v="11" actId="26606"/>
          <ac:spMkLst>
            <pc:docMk/>
            <pc:sldMk cId="3134050393" sldId="256"/>
            <ac:spMk id="38" creationId="{71B2258F-86CA-4D4D-8270-BC05FCDEBFB3}"/>
          </ac:spMkLst>
        </pc:spChg>
        <pc:picChg chg="mod">
          <ac:chgData name="Vasil Hadzi-Jordanov" userId="c1dcf6169034590f" providerId="LiveId" clId="{0DE94FB1-8212-4C62-9FD1-29060B0266FF}" dt="2025-02-18T21:46:29.544" v="11" actId="26606"/>
          <ac:picMkLst>
            <pc:docMk/>
            <pc:sldMk cId="3134050393" sldId="256"/>
            <ac:picMk id="5" creationId="{4C82458E-FAD0-7C38-32EB-479E9F1F2A23}"/>
          </ac:picMkLst>
        </pc:picChg>
      </pc:sldChg>
      <pc:sldChg chg="addSp delSp modSp mod">
        <pc:chgData name="Vasil Hadzi-Jordanov" userId="c1dcf6169034590f" providerId="LiveId" clId="{0DE94FB1-8212-4C62-9FD1-29060B0266FF}" dt="2025-02-18T21:46:51.062" v="16" actId="26606"/>
        <pc:sldMkLst>
          <pc:docMk/>
          <pc:sldMk cId="1741953090" sldId="257"/>
        </pc:sldMkLst>
        <pc:spChg chg="mod">
          <ac:chgData name="Vasil Hadzi-Jordanov" userId="c1dcf6169034590f" providerId="LiveId" clId="{0DE94FB1-8212-4C62-9FD1-29060B0266FF}" dt="2025-02-18T21:46:51.062" v="16" actId="26606"/>
          <ac:spMkLst>
            <pc:docMk/>
            <pc:sldMk cId="1741953090" sldId="257"/>
            <ac:spMk id="2" creationId="{BFCFFFFC-9CBA-9931-D149-F74A0E396A41}"/>
          </ac:spMkLst>
        </pc:spChg>
        <pc:spChg chg="mod">
          <ac:chgData name="Vasil Hadzi-Jordanov" userId="c1dcf6169034590f" providerId="LiveId" clId="{0DE94FB1-8212-4C62-9FD1-29060B0266FF}" dt="2025-02-18T21:46:51.062" v="16" actId="26606"/>
          <ac:spMkLst>
            <pc:docMk/>
            <pc:sldMk cId="1741953090" sldId="257"/>
            <ac:spMk id="3" creationId="{4A435B22-3F5F-8637-849E-376A8856A768}"/>
          </ac:spMkLst>
        </pc:spChg>
        <pc:spChg chg="add del">
          <ac:chgData name="Vasil Hadzi-Jordanov" userId="c1dcf6169034590f" providerId="LiveId" clId="{0DE94FB1-8212-4C62-9FD1-29060B0266FF}" dt="2025-02-18T21:46:51.062" v="16" actId="26606"/>
          <ac:spMkLst>
            <pc:docMk/>
            <pc:sldMk cId="1741953090" sldId="257"/>
            <ac:spMk id="9" creationId="{96CF2A2B-0745-440C-9224-C5C6A0A4286F}"/>
          </ac:spMkLst>
        </pc:spChg>
        <pc:spChg chg="add del">
          <ac:chgData name="Vasil Hadzi-Jordanov" userId="c1dcf6169034590f" providerId="LiveId" clId="{0DE94FB1-8212-4C62-9FD1-29060B0266FF}" dt="2025-02-18T21:46:51.062" v="16" actId="26606"/>
          <ac:spMkLst>
            <pc:docMk/>
            <pc:sldMk cId="1741953090" sldId="257"/>
            <ac:spMk id="11" creationId="{75BE6D6B-84C9-4D2B-97EB-773B7369EF82}"/>
          </ac:spMkLst>
        </pc:spChg>
        <pc:spChg chg="add del">
          <ac:chgData name="Vasil Hadzi-Jordanov" userId="c1dcf6169034590f" providerId="LiveId" clId="{0DE94FB1-8212-4C62-9FD1-29060B0266FF}" dt="2025-02-18T21:46:47.276" v="13" actId="26606"/>
          <ac:spMkLst>
            <pc:docMk/>
            <pc:sldMk cId="1741953090" sldId="257"/>
            <ac:spMk id="16" creationId="{F13C74B1-5B17-4795-BED0-7140497B445A}"/>
          </ac:spMkLst>
        </pc:spChg>
        <pc:spChg chg="add del">
          <ac:chgData name="Vasil Hadzi-Jordanov" userId="c1dcf6169034590f" providerId="LiveId" clId="{0DE94FB1-8212-4C62-9FD1-29060B0266FF}" dt="2025-02-18T21:46:47.276" v="13" actId="26606"/>
          <ac:spMkLst>
            <pc:docMk/>
            <pc:sldMk cId="1741953090" sldId="257"/>
            <ac:spMk id="18" creationId="{D4974D33-8DC5-464E-8C6D-BE58F0669C17}"/>
          </ac:spMkLst>
        </pc:spChg>
        <pc:spChg chg="add del">
          <ac:chgData name="Vasil Hadzi-Jordanov" userId="c1dcf6169034590f" providerId="LiveId" clId="{0DE94FB1-8212-4C62-9FD1-29060B0266FF}" dt="2025-02-18T21:46:51.046" v="15" actId="26606"/>
          <ac:spMkLst>
            <pc:docMk/>
            <pc:sldMk cId="1741953090" sldId="257"/>
            <ac:spMk id="20" creationId="{D009D6D5-DAC2-4A8B-A17A-E206B9012D09}"/>
          </ac:spMkLst>
        </pc:spChg>
        <pc:spChg chg="add">
          <ac:chgData name="Vasil Hadzi-Jordanov" userId="c1dcf6169034590f" providerId="LiveId" clId="{0DE94FB1-8212-4C62-9FD1-29060B0266FF}" dt="2025-02-18T21:46:51.062" v="16" actId="26606"/>
          <ac:spMkLst>
            <pc:docMk/>
            <pc:sldMk cId="1741953090" sldId="257"/>
            <ac:spMk id="22" creationId="{F13C74B1-5B17-4795-BED0-7140497B445A}"/>
          </ac:spMkLst>
        </pc:spChg>
        <pc:spChg chg="add">
          <ac:chgData name="Vasil Hadzi-Jordanov" userId="c1dcf6169034590f" providerId="LiveId" clId="{0DE94FB1-8212-4C62-9FD1-29060B0266FF}" dt="2025-02-18T21:46:51.062" v="16" actId="26606"/>
          <ac:spMkLst>
            <pc:docMk/>
            <pc:sldMk cId="1741953090" sldId="257"/>
            <ac:spMk id="23" creationId="{D4974D33-8DC5-464E-8C6D-BE58F0669C17}"/>
          </ac:spMkLst>
        </pc:spChg>
        <pc:picChg chg="mod ord">
          <ac:chgData name="Vasil Hadzi-Jordanov" userId="c1dcf6169034590f" providerId="LiveId" clId="{0DE94FB1-8212-4C62-9FD1-29060B0266FF}" dt="2025-02-18T21:46:51.062" v="16" actId="26606"/>
          <ac:picMkLst>
            <pc:docMk/>
            <pc:sldMk cId="1741953090" sldId="257"/>
            <ac:picMk id="5" creationId="{CB215F3E-880C-46B7-EB51-5EC8FBFA8D42}"/>
          </ac:picMkLst>
        </pc:picChg>
      </pc:sldChg>
      <pc:sldChg chg="modSp">
        <pc:chgData name="Vasil Hadzi-Jordanov" userId="c1dcf6169034590f" providerId="LiveId" clId="{0DE94FB1-8212-4C62-9FD1-29060B0266FF}" dt="2025-02-18T21:48:26.246" v="30" actId="20577"/>
        <pc:sldMkLst>
          <pc:docMk/>
          <pc:sldMk cId="2728480058" sldId="270"/>
        </pc:sldMkLst>
        <pc:graphicFrameChg chg="mod">
          <ac:chgData name="Vasil Hadzi-Jordanov" userId="c1dcf6169034590f" providerId="LiveId" clId="{0DE94FB1-8212-4C62-9FD1-29060B0266FF}" dt="2025-02-18T21:48:26.246" v="30" actId="20577"/>
          <ac:graphicFrameMkLst>
            <pc:docMk/>
            <pc:sldMk cId="2728480058" sldId="270"/>
            <ac:graphicFrameMk id="5" creationId="{F1D4EB99-D4EB-9CF5-35CE-85033A1F3E82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5.png"/><Relationship Id="rId7" Type="http://schemas.openxmlformats.org/officeDocument/2006/relationships/image" Target="../media/image13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1.png"/><Relationship Id="rId7" Type="http://schemas.openxmlformats.org/officeDocument/2006/relationships/image" Target="../media/image7.png"/><Relationship Id="rId12" Type="http://schemas.openxmlformats.org/officeDocument/2006/relationships/image" Target="../media/image26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44.svg"/><Relationship Id="rId11" Type="http://schemas.openxmlformats.org/officeDocument/2006/relationships/image" Target="../media/image25.png"/><Relationship Id="rId5" Type="http://schemas.openxmlformats.org/officeDocument/2006/relationships/image" Target="../media/image43.png"/><Relationship Id="rId10" Type="http://schemas.openxmlformats.org/officeDocument/2006/relationships/image" Target="../media/image46.svg"/><Relationship Id="rId4" Type="http://schemas.openxmlformats.org/officeDocument/2006/relationships/image" Target="../media/image42.svg"/><Relationship Id="rId9" Type="http://schemas.openxmlformats.org/officeDocument/2006/relationships/image" Target="../media/image45.pn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10" Type="http://schemas.openxmlformats.org/officeDocument/2006/relationships/image" Target="../media/image8.svg"/><Relationship Id="rId4" Type="http://schemas.openxmlformats.org/officeDocument/2006/relationships/image" Target="../media/image26.svg"/><Relationship Id="rId9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5.png"/><Relationship Id="rId7" Type="http://schemas.openxmlformats.org/officeDocument/2006/relationships/image" Target="../media/image13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1.png"/><Relationship Id="rId7" Type="http://schemas.openxmlformats.org/officeDocument/2006/relationships/image" Target="../media/image7.png"/><Relationship Id="rId12" Type="http://schemas.openxmlformats.org/officeDocument/2006/relationships/image" Target="../media/image26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44.svg"/><Relationship Id="rId11" Type="http://schemas.openxmlformats.org/officeDocument/2006/relationships/image" Target="../media/image25.png"/><Relationship Id="rId5" Type="http://schemas.openxmlformats.org/officeDocument/2006/relationships/image" Target="../media/image43.png"/><Relationship Id="rId10" Type="http://schemas.openxmlformats.org/officeDocument/2006/relationships/image" Target="../media/image46.svg"/><Relationship Id="rId4" Type="http://schemas.openxmlformats.org/officeDocument/2006/relationships/image" Target="../media/image42.svg"/><Relationship Id="rId9" Type="http://schemas.openxmlformats.org/officeDocument/2006/relationships/image" Target="../media/image45.pn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10" Type="http://schemas.openxmlformats.org/officeDocument/2006/relationships/image" Target="../media/image8.svg"/><Relationship Id="rId4" Type="http://schemas.openxmlformats.org/officeDocument/2006/relationships/image" Target="../media/image26.svg"/><Relationship Id="rId9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5640F2-BA83-4109-815D-F8777B3D0D4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F404DE2-24DC-481A-8E0D-82363E19C6E9}">
      <dgm:prSet/>
      <dgm:spPr/>
      <dgm:t>
        <a:bodyPr/>
        <a:lstStyle/>
        <a:p>
          <a:pPr>
            <a:defRPr cap="all"/>
          </a:pPr>
          <a:r>
            <a:rPr lang="en-US"/>
            <a:t>Iterative, methodical exploration of past business performance.</a:t>
          </a:r>
        </a:p>
      </dgm:t>
    </dgm:pt>
    <dgm:pt modelId="{F5091262-0490-4A42-9254-FA55EFF4541E}" type="parTrans" cxnId="{5CC46C21-A1EB-4C5C-A289-F7CF7156989A}">
      <dgm:prSet/>
      <dgm:spPr/>
      <dgm:t>
        <a:bodyPr/>
        <a:lstStyle/>
        <a:p>
          <a:endParaRPr lang="en-US"/>
        </a:p>
      </dgm:t>
    </dgm:pt>
    <dgm:pt modelId="{C037004B-C577-42BF-8A9F-98CC212AD0DE}" type="sibTrans" cxnId="{5CC46C21-A1EB-4C5C-A289-F7CF7156989A}">
      <dgm:prSet/>
      <dgm:spPr/>
      <dgm:t>
        <a:bodyPr/>
        <a:lstStyle/>
        <a:p>
          <a:endParaRPr lang="en-US"/>
        </a:p>
      </dgm:t>
    </dgm:pt>
    <dgm:pt modelId="{A0EFBCB5-EDAE-44C2-BFAA-D84B650D42A9}">
      <dgm:prSet/>
      <dgm:spPr/>
      <dgm:t>
        <a:bodyPr/>
        <a:lstStyle/>
        <a:p>
          <a:pPr>
            <a:defRPr cap="all"/>
          </a:pPr>
          <a:r>
            <a:rPr lang="en-US"/>
            <a:t>Objective: Gain Insights and Drive Future Planning.</a:t>
          </a:r>
        </a:p>
      </dgm:t>
    </dgm:pt>
    <dgm:pt modelId="{F3C3CEC6-5AD3-4F7C-8FDC-00458C8C4537}" type="parTrans" cxnId="{EBBF9C12-93B8-4D72-80F2-427DFD1C461B}">
      <dgm:prSet/>
      <dgm:spPr/>
      <dgm:t>
        <a:bodyPr/>
        <a:lstStyle/>
        <a:p>
          <a:endParaRPr lang="en-US"/>
        </a:p>
      </dgm:t>
    </dgm:pt>
    <dgm:pt modelId="{A1BA36F5-E160-45BB-9021-4298D1C06559}" type="sibTrans" cxnId="{EBBF9C12-93B8-4D72-80F2-427DFD1C461B}">
      <dgm:prSet/>
      <dgm:spPr/>
      <dgm:t>
        <a:bodyPr/>
        <a:lstStyle/>
        <a:p>
          <a:endParaRPr lang="en-US"/>
        </a:p>
      </dgm:t>
    </dgm:pt>
    <dgm:pt modelId="{56636335-31F8-495E-8819-B770EF9F39D8}">
      <dgm:prSet/>
      <dgm:spPr/>
      <dgm:t>
        <a:bodyPr/>
        <a:lstStyle/>
        <a:p>
          <a:pPr>
            <a:defRPr cap="all"/>
          </a:pPr>
          <a:r>
            <a:rPr lang="en-US"/>
            <a:t>Transforming Raw Data into Meaningful Information &amp; Actionable Knowledge</a:t>
          </a:r>
        </a:p>
      </dgm:t>
    </dgm:pt>
    <dgm:pt modelId="{6C364C06-ECA3-4880-A02F-1D0704BF5598}" type="parTrans" cxnId="{13B4A679-7780-4DAD-AA56-272E21D75683}">
      <dgm:prSet/>
      <dgm:spPr/>
      <dgm:t>
        <a:bodyPr/>
        <a:lstStyle/>
        <a:p>
          <a:endParaRPr lang="en-US"/>
        </a:p>
      </dgm:t>
    </dgm:pt>
    <dgm:pt modelId="{63B575BE-E61B-4990-AEB0-11D445A98506}" type="sibTrans" cxnId="{13B4A679-7780-4DAD-AA56-272E21D75683}">
      <dgm:prSet/>
      <dgm:spPr/>
      <dgm:t>
        <a:bodyPr/>
        <a:lstStyle/>
        <a:p>
          <a:endParaRPr lang="en-US"/>
        </a:p>
      </dgm:t>
    </dgm:pt>
    <dgm:pt modelId="{F70B5DA6-E01D-4CE7-96A8-C5519F3AC6FD}">
      <dgm:prSet/>
      <dgm:spPr/>
      <dgm:t>
        <a:bodyPr/>
        <a:lstStyle/>
        <a:p>
          <a:pPr>
            <a:defRPr cap="all"/>
          </a:pPr>
          <a:r>
            <a:rPr lang="en-US"/>
            <a:t>Encompasses various techniques &amp; methodologies</a:t>
          </a:r>
        </a:p>
      </dgm:t>
    </dgm:pt>
    <dgm:pt modelId="{B4EB5280-9AF7-458E-9CD0-A4E09FB5116E}" type="parTrans" cxnId="{DA6AD625-56FD-4068-8EFA-3AF5311BF0E7}">
      <dgm:prSet/>
      <dgm:spPr/>
      <dgm:t>
        <a:bodyPr/>
        <a:lstStyle/>
        <a:p>
          <a:endParaRPr lang="en-US"/>
        </a:p>
      </dgm:t>
    </dgm:pt>
    <dgm:pt modelId="{BB540416-45DF-4035-899F-17EEEDA952F8}" type="sibTrans" cxnId="{DA6AD625-56FD-4068-8EFA-3AF5311BF0E7}">
      <dgm:prSet/>
      <dgm:spPr/>
      <dgm:t>
        <a:bodyPr/>
        <a:lstStyle/>
        <a:p>
          <a:endParaRPr lang="en-US"/>
        </a:p>
      </dgm:t>
    </dgm:pt>
    <dgm:pt modelId="{3F5A01FF-BE17-46C0-A5BC-5303AE7EFB73}" type="pres">
      <dgm:prSet presAssocID="{3B5640F2-BA83-4109-815D-F8777B3D0D43}" presName="root" presStyleCnt="0">
        <dgm:presLayoutVars>
          <dgm:dir/>
          <dgm:resizeHandles val="exact"/>
        </dgm:presLayoutVars>
      </dgm:prSet>
      <dgm:spPr/>
    </dgm:pt>
    <dgm:pt modelId="{9F264C1B-60E9-46BD-8363-A4A63578C97B}" type="pres">
      <dgm:prSet presAssocID="{9F404DE2-24DC-481A-8E0D-82363E19C6E9}" presName="compNode" presStyleCnt="0"/>
      <dgm:spPr/>
    </dgm:pt>
    <dgm:pt modelId="{EABEAB8B-63AE-4B3B-8B68-FC57A80045C2}" type="pres">
      <dgm:prSet presAssocID="{9F404DE2-24DC-481A-8E0D-82363E19C6E9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29E902D-37F5-47EE-A9F7-579D85DA5633}" type="pres">
      <dgm:prSet presAssocID="{9F404DE2-24DC-481A-8E0D-82363E19C6E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434842C1-A3F7-4803-A3EB-9A5A922F0B4B}" type="pres">
      <dgm:prSet presAssocID="{9F404DE2-24DC-481A-8E0D-82363E19C6E9}" presName="spaceRect" presStyleCnt="0"/>
      <dgm:spPr/>
    </dgm:pt>
    <dgm:pt modelId="{B49B0F75-572D-4E66-B775-D60146D1EAC3}" type="pres">
      <dgm:prSet presAssocID="{9F404DE2-24DC-481A-8E0D-82363E19C6E9}" presName="textRect" presStyleLbl="revTx" presStyleIdx="0" presStyleCnt="4">
        <dgm:presLayoutVars>
          <dgm:chMax val="1"/>
          <dgm:chPref val="1"/>
        </dgm:presLayoutVars>
      </dgm:prSet>
      <dgm:spPr/>
    </dgm:pt>
    <dgm:pt modelId="{77787B9A-E55A-4F6F-B3FC-947DDE0917D6}" type="pres">
      <dgm:prSet presAssocID="{C037004B-C577-42BF-8A9F-98CC212AD0DE}" presName="sibTrans" presStyleCnt="0"/>
      <dgm:spPr/>
    </dgm:pt>
    <dgm:pt modelId="{FAA897EE-1D97-4353-BD15-45AE7548FE26}" type="pres">
      <dgm:prSet presAssocID="{A0EFBCB5-EDAE-44C2-BFAA-D84B650D42A9}" presName="compNode" presStyleCnt="0"/>
      <dgm:spPr/>
    </dgm:pt>
    <dgm:pt modelId="{4D1A0AB6-319B-4BCC-953D-B81F6F82C73E}" type="pres">
      <dgm:prSet presAssocID="{A0EFBCB5-EDAE-44C2-BFAA-D84B650D42A9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D9C14C7-9B73-425D-8D94-474601636DD7}" type="pres">
      <dgm:prSet presAssocID="{A0EFBCB5-EDAE-44C2-BFAA-D84B650D42A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B7A5ED7-4C4C-453A-B199-4AF73D57D373}" type="pres">
      <dgm:prSet presAssocID="{A0EFBCB5-EDAE-44C2-BFAA-D84B650D42A9}" presName="spaceRect" presStyleCnt="0"/>
      <dgm:spPr/>
    </dgm:pt>
    <dgm:pt modelId="{831183ED-B038-462E-B359-4FABD0829EA2}" type="pres">
      <dgm:prSet presAssocID="{A0EFBCB5-EDAE-44C2-BFAA-D84B650D42A9}" presName="textRect" presStyleLbl="revTx" presStyleIdx="1" presStyleCnt="4">
        <dgm:presLayoutVars>
          <dgm:chMax val="1"/>
          <dgm:chPref val="1"/>
        </dgm:presLayoutVars>
      </dgm:prSet>
      <dgm:spPr/>
    </dgm:pt>
    <dgm:pt modelId="{9134A283-12B6-40FB-B401-1182FF9165F7}" type="pres">
      <dgm:prSet presAssocID="{A1BA36F5-E160-45BB-9021-4298D1C06559}" presName="sibTrans" presStyleCnt="0"/>
      <dgm:spPr/>
    </dgm:pt>
    <dgm:pt modelId="{68C98992-C73D-45D5-B238-D077B8DCD5F4}" type="pres">
      <dgm:prSet presAssocID="{56636335-31F8-495E-8819-B770EF9F39D8}" presName="compNode" presStyleCnt="0"/>
      <dgm:spPr/>
    </dgm:pt>
    <dgm:pt modelId="{19D43425-1A7B-4033-B08C-777432E6D78F}" type="pres">
      <dgm:prSet presAssocID="{56636335-31F8-495E-8819-B770EF9F39D8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A20D167-6A37-4276-A226-4E3E66102812}" type="pres">
      <dgm:prSet presAssocID="{56636335-31F8-495E-8819-B770EF9F39D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BB137FC-9EF8-44B1-9CD9-C06B36BE1E97}" type="pres">
      <dgm:prSet presAssocID="{56636335-31F8-495E-8819-B770EF9F39D8}" presName="spaceRect" presStyleCnt="0"/>
      <dgm:spPr/>
    </dgm:pt>
    <dgm:pt modelId="{8329C0C8-3A53-40F8-B4B2-92FE0B800512}" type="pres">
      <dgm:prSet presAssocID="{56636335-31F8-495E-8819-B770EF9F39D8}" presName="textRect" presStyleLbl="revTx" presStyleIdx="2" presStyleCnt="4">
        <dgm:presLayoutVars>
          <dgm:chMax val="1"/>
          <dgm:chPref val="1"/>
        </dgm:presLayoutVars>
      </dgm:prSet>
      <dgm:spPr/>
    </dgm:pt>
    <dgm:pt modelId="{F0732A82-B132-4567-A534-AF6AC1E32EB3}" type="pres">
      <dgm:prSet presAssocID="{63B575BE-E61B-4990-AEB0-11D445A98506}" presName="sibTrans" presStyleCnt="0"/>
      <dgm:spPr/>
    </dgm:pt>
    <dgm:pt modelId="{B1F4FCDB-81A2-4716-A623-6519E9623FC1}" type="pres">
      <dgm:prSet presAssocID="{F70B5DA6-E01D-4CE7-96A8-C5519F3AC6FD}" presName="compNode" presStyleCnt="0"/>
      <dgm:spPr/>
    </dgm:pt>
    <dgm:pt modelId="{D0550937-CDC9-4CA3-94DB-BB26954457AA}" type="pres">
      <dgm:prSet presAssocID="{F70B5DA6-E01D-4CE7-96A8-C5519F3AC6F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1F9EC25-2C33-41AF-B1AF-DA4E3E3FFC32}" type="pres">
      <dgm:prSet presAssocID="{F70B5DA6-E01D-4CE7-96A8-C5519F3AC6F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51719419-0240-4680-A92B-B372E33EA5D5}" type="pres">
      <dgm:prSet presAssocID="{F70B5DA6-E01D-4CE7-96A8-C5519F3AC6FD}" presName="spaceRect" presStyleCnt="0"/>
      <dgm:spPr/>
    </dgm:pt>
    <dgm:pt modelId="{C852D77F-02BA-4D18-B6EA-4E8060AE22B3}" type="pres">
      <dgm:prSet presAssocID="{F70B5DA6-E01D-4CE7-96A8-C5519F3AC6F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BF9C12-93B8-4D72-80F2-427DFD1C461B}" srcId="{3B5640F2-BA83-4109-815D-F8777B3D0D43}" destId="{A0EFBCB5-EDAE-44C2-BFAA-D84B650D42A9}" srcOrd="1" destOrd="0" parTransId="{F3C3CEC6-5AD3-4F7C-8FDC-00458C8C4537}" sibTransId="{A1BA36F5-E160-45BB-9021-4298D1C06559}"/>
    <dgm:cxn modelId="{5CC46C21-A1EB-4C5C-A289-F7CF7156989A}" srcId="{3B5640F2-BA83-4109-815D-F8777B3D0D43}" destId="{9F404DE2-24DC-481A-8E0D-82363E19C6E9}" srcOrd="0" destOrd="0" parTransId="{F5091262-0490-4A42-9254-FA55EFF4541E}" sibTransId="{C037004B-C577-42BF-8A9F-98CC212AD0DE}"/>
    <dgm:cxn modelId="{DA6AD625-56FD-4068-8EFA-3AF5311BF0E7}" srcId="{3B5640F2-BA83-4109-815D-F8777B3D0D43}" destId="{F70B5DA6-E01D-4CE7-96A8-C5519F3AC6FD}" srcOrd="3" destOrd="0" parTransId="{B4EB5280-9AF7-458E-9CD0-A4E09FB5116E}" sibTransId="{BB540416-45DF-4035-899F-17EEEDA952F8}"/>
    <dgm:cxn modelId="{2F4CBA29-86CD-412F-9BEF-23F2DF3095A6}" type="presOf" srcId="{F70B5DA6-E01D-4CE7-96A8-C5519F3AC6FD}" destId="{C852D77F-02BA-4D18-B6EA-4E8060AE22B3}" srcOrd="0" destOrd="0" presId="urn:microsoft.com/office/officeart/2018/5/layout/IconLeafLabelList"/>
    <dgm:cxn modelId="{DB28282A-8E44-4860-8DA6-898AF4C9BA67}" type="presOf" srcId="{A0EFBCB5-EDAE-44C2-BFAA-D84B650D42A9}" destId="{831183ED-B038-462E-B359-4FABD0829EA2}" srcOrd="0" destOrd="0" presId="urn:microsoft.com/office/officeart/2018/5/layout/IconLeafLabelList"/>
    <dgm:cxn modelId="{8F295E5F-8F3C-4062-A272-2881A00B0117}" type="presOf" srcId="{9F404DE2-24DC-481A-8E0D-82363E19C6E9}" destId="{B49B0F75-572D-4E66-B775-D60146D1EAC3}" srcOrd="0" destOrd="0" presId="urn:microsoft.com/office/officeart/2018/5/layout/IconLeafLabelList"/>
    <dgm:cxn modelId="{4FC4A353-5C8C-4DAA-A793-BA3FA37DE191}" type="presOf" srcId="{56636335-31F8-495E-8819-B770EF9F39D8}" destId="{8329C0C8-3A53-40F8-B4B2-92FE0B800512}" srcOrd="0" destOrd="0" presId="urn:microsoft.com/office/officeart/2018/5/layout/IconLeafLabelList"/>
    <dgm:cxn modelId="{13B4A679-7780-4DAD-AA56-272E21D75683}" srcId="{3B5640F2-BA83-4109-815D-F8777B3D0D43}" destId="{56636335-31F8-495E-8819-B770EF9F39D8}" srcOrd="2" destOrd="0" parTransId="{6C364C06-ECA3-4880-A02F-1D0704BF5598}" sibTransId="{63B575BE-E61B-4990-AEB0-11D445A98506}"/>
    <dgm:cxn modelId="{95DC0ED5-1C5C-443E-8B31-B1FBB4D45B04}" type="presOf" srcId="{3B5640F2-BA83-4109-815D-F8777B3D0D43}" destId="{3F5A01FF-BE17-46C0-A5BC-5303AE7EFB73}" srcOrd="0" destOrd="0" presId="urn:microsoft.com/office/officeart/2018/5/layout/IconLeafLabelList"/>
    <dgm:cxn modelId="{E6314331-6DD3-4E78-B56C-D41C92C3B28B}" type="presParOf" srcId="{3F5A01FF-BE17-46C0-A5BC-5303AE7EFB73}" destId="{9F264C1B-60E9-46BD-8363-A4A63578C97B}" srcOrd="0" destOrd="0" presId="urn:microsoft.com/office/officeart/2018/5/layout/IconLeafLabelList"/>
    <dgm:cxn modelId="{11E9D25C-BB99-4513-AF8B-EE08E3687677}" type="presParOf" srcId="{9F264C1B-60E9-46BD-8363-A4A63578C97B}" destId="{EABEAB8B-63AE-4B3B-8B68-FC57A80045C2}" srcOrd="0" destOrd="0" presId="urn:microsoft.com/office/officeart/2018/5/layout/IconLeafLabelList"/>
    <dgm:cxn modelId="{E8A96E05-A5BE-495C-ABA6-8214149234CC}" type="presParOf" srcId="{9F264C1B-60E9-46BD-8363-A4A63578C97B}" destId="{529E902D-37F5-47EE-A9F7-579D85DA5633}" srcOrd="1" destOrd="0" presId="urn:microsoft.com/office/officeart/2018/5/layout/IconLeafLabelList"/>
    <dgm:cxn modelId="{67D69225-DB83-4A37-AAB0-333449CCCA54}" type="presParOf" srcId="{9F264C1B-60E9-46BD-8363-A4A63578C97B}" destId="{434842C1-A3F7-4803-A3EB-9A5A922F0B4B}" srcOrd="2" destOrd="0" presId="urn:microsoft.com/office/officeart/2018/5/layout/IconLeafLabelList"/>
    <dgm:cxn modelId="{4E7F4347-A54B-4A8E-B8FC-B0466C0F22A0}" type="presParOf" srcId="{9F264C1B-60E9-46BD-8363-A4A63578C97B}" destId="{B49B0F75-572D-4E66-B775-D60146D1EAC3}" srcOrd="3" destOrd="0" presId="urn:microsoft.com/office/officeart/2018/5/layout/IconLeafLabelList"/>
    <dgm:cxn modelId="{81C9FD4D-8447-4F6A-8046-6FE1579696EB}" type="presParOf" srcId="{3F5A01FF-BE17-46C0-A5BC-5303AE7EFB73}" destId="{77787B9A-E55A-4F6F-B3FC-947DDE0917D6}" srcOrd="1" destOrd="0" presId="urn:microsoft.com/office/officeart/2018/5/layout/IconLeafLabelList"/>
    <dgm:cxn modelId="{589152B9-E6B3-4886-9700-4195EC06E8E0}" type="presParOf" srcId="{3F5A01FF-BE17-46C0-A5BC-5303AE7EFB73}" destId="{FAA897EE-1D97-4353-BD15-45AE7548FE26}" srcOrd="2" destOrd="0" presId="urn:microsoft.com/office/officeart/2018/5/layout/IconLeafLabelList"/>
    <dgm:cxn modelId="{36EBD2D6-A7E9-440B-955C-C88EEBF1B54A}" type="presParOf" srcId="{FAA897EE-1D97-4353-BD15-45AE7548FE26}" destId="{4D1A0AB6-319B-4BCC-953D-B81F6F82C73E}" srcOrd="0" destOrd="0" presId="urn:microsoft.com/office/officeart/2018/5/layout/IconLeafLabelList"/>
    <dgm:cxn modelId="{7DC479BC-58CE-4680-AB89-33BE3B495F36}" type="presParOf" srcId="{FAA897EE-1D97-4353-BD15-45AE7548FE26}" destId="{6D9C14C7-9B73-425D-8D94-474601636DD7}" srcOrd="1" destOrd="0" presId="urn:microsoft.com/office/officeart/2018/5/layout/IconLeafLabelList"/>
    <dgm:cxn modelId="{0CE62C45-DFA0-4477-9065-28965C75A4A9}" type="presParOf" srcId="{FAA897EE-1D97-4353-BD15-45AE7548FE26}" destId="{EB7A5ED7-4C4C-453A-B199-4AF73D57D373}" srcOrd="2" destOrd="0" presId="urn:microsoft.com/office/officeart/2018/5/layout/IconLeafLabelList"/>
    <dgm:cxn modelId="{76634110-DB6A-4FB9-892E-6D907B0B7C15}" type="presParOf" srcId="{FAA897EE-1D97-4353-BD15-45AE7548FE26}" destId="{831183ED-B038-462E-B359-4FABD0829EA2}" srcOrd="3" destOrd="0" presId="urn:microsoft.com/office/officeart/2018/5/layout/IconLeafLabelList"/>
    <dgm:cxn modelId="{E711DB57-1A30-461E-8EAC-DA8D4065D228}" type="presParOf" srcId="{3F5A01FF-BE17-46C0-A5BC-5303AE7EFB73}" destId="{9134A283-12B6-40FB-B401-1182FF9165F7}" srcOrd="3" destOrd="0" presId="urn:microsoft.com/office/officeart/2018/5/layout/IconLeafLabelList"/>
    <dgm:cxn modelId="{FA7B7958-1AB7-4A72-85EC-4587E4EE5548}" type="presParOf" srcId="{3F5A01FF-BE17-46C0-A5BC-5303AE7EFB73}" destId="{68C98992-C73D-45D5-B238-D077B8DCD5F4}" srcOrd="4" destOrd="0" presId="urn:microsoft.com/office/officeart/2018/5/layout/IconLeafLabelList"/>
    <dgm:cxn modelId="{40ECDEE7-6EAB-449A-BD7D-055E46008A2C}" type="presParOf" srcId="{68C98992-C73D-45D5-B238-D077B8DCD5F4}" destId="{19D43425-1A7B-4033-B08C-777432E6D78F}" srcOrd="0" destOrd="0" presId="urn:microsoft.com/office/officeart/2018/5/layout/IconLeafLabelList"/>
    <dgm:cxn modelId="{51FD1190-4D16-42F4-A885-3E3E665F11D1}" type="presParOf" srcId="{68C98992-C73D-45D5-B238-D077B8DCD5F4}" destId="{3A20D167-6A37-4276-A226-4E3E66102812}" srcOrd="1" destOrd="0" presId="urn:microsoft.com/office/officeart/2018/5/layout/IconLeafLabelList"/>
    <dgm:cxn modelId="{8CE41BD3-C22E-40F2-A101-40806C744488}" type="presParOf" srcId="{68C98992-C73D-45D5-B238-D077B8DCD5F4}" destId="{2BB137FC-9EF8-44B1-9CD9-C06B36BE1E97}" srcOrd="2" destOrd="0" presId="urn:microsoft.com/office/officeart/2018/5/layout/IconLeafLabelList"/>
    <dgm:cxn modelId="{5EE3BFCD-71F5-4EDA-9E4D-3D22F5362B80}" type="presParOf" srcId="{68C98992-C73D-45D5-B238-D077B8DCD5F4}" destId="{8329C0C8-3A53-40F8-B4B2-92FE0B800512}" srcOrd="3" destOrd="0" presId="urn:microsoft.com/office/officeart/2018/5/layout/IconLeafLabelList"/>
    <dgm:cxn modelId="{5EE021A9-ADF5-4191-89D5-97FCED8BC7BA}" type="presParOf" srcId="{3F5A01FF-BE17-46C0-A5BC-5303AE7EFB73}" destId="{F0732A82-B132-4567-A534-AF6AC1E32EB3}" srcOrd="5" destOrd="0" presId="urn:microsoft.com/office/officeart/2018/5/layout/IconLeafLabelList"/>
    <dgm:cxn modelId="{6158AEE0-EF0C-421D-A417-A90BE99A0E58}" type="presParOf" srcId="{3F5A01FF-BE17-46C0-A5BC-5303AE7EFB73}" destId="{B1F4FCDB-81A2-4716-A623-6519E9623FC1}" srcOrd="6" destOrd="0" presId="urn:microsoft.com/office/officeart/2018/5/layout/IconLeafLabelList"/>
    <dgm:cxn modelId="{2275A2C0-9997-4BC3-9975-DBAD5CC8EF55}" type="presParOf" srcId="{B1F4FCDB-81A2-4716-A623-6519E9623FC1}" destId="{D0550937-CDC9-4CA3-94DB-BB26954457AA}" srcOrd="0" destOrd="0" presId="urn:microsoft.com/office/officeart/2018/5/layout/IconLeafLabelList"/>
    <dgm:cxn modelId="{D4B09B95-D298-40A4-B9A8-B4A04940FE14}" type="presParOf" srcId="{B1F4FCDB-81A2-4716-A623-6519E9623FC1}" destId="{71F9EC25-2C33-41AF-B1AF-DA4E3E3FFC32}" srcOrd="1" destOrd="0" presId="urn:microsoft.com/office/officeart/2018/5/layout/IconLeafLabelList"/>
    <dgm:cxn modelId="{FD2C312A-12EF-4F84-895E-233B2FAC11AD}" type="presParOf" srcId="{B1F4FCDB-81A2-4716-A623-6519E9623FC1}" destId="{51719419-0240-4680-A92B-B372E33EA5D5}" srcOrd="2" destOrd="0" presId="urn:microsoft.com/office/officeart/2018/5/layout/IconLeafLabelList"/>
    <dgm:cxn modelId="{ADC78970-EC5C-42A0-A232-4FD4A2D7D8B0}" type="presParOf" srcId="{B1F4FCDB-81A2-4716-A623-6519E9623FC1}" destId="{C852D77F-02BA-4D18-B6EA-4E8060AE22B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CF2900-CFF8-4EA2-9FEF-5CFA4B05450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B0C632C-CCD7-4BCE-9087-DCDD56B5F0D4}">
      <dgm:prSet/>
      <dgm:spPr/>
      <dgm:t>
        <a:bodyPr/>
        <a:lstStyle/>
        <a:p>
          <a:r>
            <a:rPr lang="en-US" dirty="0"/>
            <a:t>Enhanced Decision Making:   Data-driven Insights</a:t>
          </a:r>
        </a:p>
      </dgm:t>
    </dgm:pt>
    <dgm:pt modelId="{82FB2CA7-F96B-4C55-B9C4-3D850B8E0AE4}" type="parTrans" cxnId="{6C6F90E4-D361-4DFC-9EDD-81A5EC1C83F1}">
      <dgm:prSet/>
      <dgm:spPr/>
      <dgm:t>
        <a:bodyPr/>
        <a:lstStyle/>
        <a:p>
          <a:endParaRPr lang="en-US"/>
        </a:p>
      </dgm:t>
    </dgm:pt>
    <dgm:pt modelId="{7660F5DB-B561-423D-A3A4-C0C559ED5154}" type="sibTrans" cxnId="{6C6F90E4-D361-4DFC-9EDD-81A5EC1C83F1}">
      <dgm:prSet/>
      <dgm:spPr/>
      <dgm:t>
        <a:bodyPr/>
        <a:lstStyle/>
        <a:p>
          <a:endParaRPr lang="en-US"/>
        </a:p>
      </dgm:t>
    </dgm:pt>
    <dgm:pt modelId="{9F3C05AE-1FC5-4503-885E-FBEF6CBE11F7}">
      <dgm:prSet/>
      <dgm:spPr/>
      <dgm:t>
        <a:bodyPr/>
        <a:lstStyle/>
        <a:p>
          <a:r>
            <a:rPr lang="en-US" dirty="0"/>
            <a:t>Improved Efficiency &amp; Productivity:   Optimize Processes, Reduce Costs</a:t>
          </a:r>
        </a:p>
      </dgm:t>
    </dgm:pt>
    <dgm:pt modelId="{E8A39DF4-87F9-4D24-B384-2CDF905DAC69}" type="parTrans" cxnId="{B4F6DB6D-08AB-4488-AEC3-2406A7E73624}">
      <dgm:prSet/>
      <dgm:spPr/>
      <dgm:t>
        <a:bodyPr/>
        <a:lstStyle/>
        <a:p>
          <a:endParaRPr lang="en-US"/>
        </a:p>
      </dgm:t>
    </dgm:pt>
    <dgm:pt modelId="{D3F3A469-739B-408D-BC7E-703B6DCFE0CE}" type="sibTrans" cxnId="{B4F6DB6D-08AB-4488-AEC3-2406A7E73624}">
      <dgm:prSet/>
      <dgm:spPr/>
      <dgm:t>
        <a:bodyPr/>
        <a:lstStyle/>
        <a:p>
          <a:endParaRPr lang="en-US"/>
        </a:p>
      </dgm:t>
    </dgm:pt>
    <dgm:pt modelId="{1FCB974C-CE77-4D05-9FD3-2524850D7324}">
      <dgm:prSet/>
      <dgm:spPr/>
      <dgm:t>
        <a:bodyPr/>
        <a:lstStyle/>
        <a:p>
          <a:r>
            <a:rPr lang="en-US" dirty="0"/>
            <a:t>Better Customer Understanding:   Personalize Marketing, Improve Service</a:t>
          </a:r>
        </a:p>
      </dgm:t>
    </dgm:pt>
    <dgm:pt modelId="{68099BD7-FAD7-4A97-BD4E-085A180B7590}" type="parTrans" cxnId="{91AC2BF1-2A03-40AF-BD46-213FBFDD7B0F}">
      <dgm:prSet/>
      <dgm:spPr/>
      <dgm:t>
        <a:bodyPr/>
        <a:lstStyle/>
        <a:p>
          <a:endParaRPr lang="en-US"/>
        </a:p>
      </dgm:t>
    </dgm:pt>
    <dgm:pt modelId="{242F5FA3-1146-4BC3-93B6-EC2EAD6514DE}" type="sibTrans" cxnId="{91AC2BF1-2A03-40AF-BD46-213FBFDD7B0F}">
      <dgm:prSet/>
      <dgm:spPr/>
      <dgm:t>
        <a:bodyPr/>
        <a:lstStyle/>
        <a:p>
          <a:endParaRPr lang="en-US"/>
        </a:p>
      </dgm:t>
    </dgm:pt>
    <dgm:pt modelId="{ED67DF36-A92D-42EC-98A6-6F0375C959F4}">
      <dgm:prSet/>
      <dgm:spPr/>
      <dgm:t>
        <a:bodyPr/>
        <a:lstStyle/>
        <a:p>
          <a:r>
            <a:rPr lang="en-US" dirty="0"/>
            <a:t>Competitive Advantage:   Anticipate Trends, Identify Opportunities</a:t>
          </a:r>
        </a:p>
      </dgm:t>
    </dgm:pt>
    <dgm:pt modelId="{CC1B576D-F0A1-452F-89EB-D6B2EBDF74A4}" type="parTrans" cxnId="{89BF6247-7D86-433A-99FF-B156F6A01FCD}">
      <dgm:prSet/>
      <dgm:spPr/>
      <dgm:t>
        <a:bodyPr/>
        <a:lstStyle/>
        <a:p>
          <a:endParaRPr lang="en-US"/>
        </a:p>
      </dgm:t>
    </dgm:pt>
    <dgm:pt modelId="{6D2C32F2-0494-41A7-B85A-45507E070575}" type="sibTrans" cxnId="{89BF6247-7D86-433A-99FF-B156F6A01FCD}">
      <dgm:prSet/>
      <dgm:spPr/>
      <dgm:t>
        <a:bodyPr/>
        <a:lstStyle/>
        <a:p>
          <a:endParaRPr lang="en-US"/>
        </a:p>
      </dgm:t>
    </dgm:pt>
    <dgm:pt modelId="{97BEECD6-9EA4-4C67-B69E-F1B6969694C7}">
      <dgm:prSet/>
      <dgm:spPr/>
      <dgm:t>
        <a:bodyPr/>
        <a:lstStyle/>
        <a:p>
          <a:r>
            <a:rPr lang="en-US" dirty="0"/>
            <a:t>Risk Management:   Identify &amp; Mitigate Risks</a:t>
          </a:r>
        </a:p>
      </dgm:t>
    </dgm:pt>
    <dgm:pt modelId="{493BA55B-91FF-4CF5-991F-7BAC50BBF736}" type="parTrans" cxnId="{018F9783-724F-4B23-B7DA-2C0C491AC47B}">
      <dgm:prSet/>
      <dgm:spPr/>
      <dgm:t>
        <a:bodyPr/>
        <a:lstStyle/>
        <a:p>
          <a:endParaRPr lang="en-US"/>
        </a:p>
      </dgm:t>
    </dgm:pt>
    <dgm:pt modelId="{9ADD4090-F278-46C2-97AE-B412F12B0425}" type="sibTrans" cxnId="{018F9783-724F-4B23-B7DA-2C0C491AC47B}">
      <dgm:prSet/>
      <dgm:spPr/>
      <dgm:t>
        <a:bodyPr/>
        <a:lstStyle/>
        <a:p>
          <a:endParaRPr lang="en-US"/>
        </a:p>
      </dgm:t>
    </dgm:pt>
    <dgm:pt modelId="{BD22211B-9290-443D-9530-3D1D7C9C8D24}">
      <dgm:prSet/>
      <dgm:spPr/>
      <dgm:t>
        <a:bodyPr/>
        <a:lstStyle/>
        <a:p>
          <a:r>
            <a:rPr lang="en-US" dirty="0"/>
            <a:t>Innovation:   New Products, Service Improvements</a:t>
          </a:r>
        </a:p>
      </dgm:t>
    </dgm:pt>
    <dgm:pt modelId="{0BE5B17A-9656-42D5-961A-36700330B45B}" type="parTrans" cxnId="{7E52F6CB-FFFC-4050-B561-F66D341FC390}">
      <dgm:prSet/>
      <dgm:spPr/>
      <dgm:t>
        <a:bodyPr/>
        <a:lstStyle/>
        <a:p>
          <a:endParaRPr lang="en-US"/>
        </a:p>
      </dgm:t>
    </dgm:pt>
    <dgm:pt modelId="{6B68A183-0560-4242-98E7-8F722E926C6D}" type="sibTrans" cxnId="{7E52F6CB-FFFC-4050-B561-F66D341FC390}">
      <dgm:prSet/>
      <dgm:spPr/>
      <dgm:t>
        <a:bodyPr/>
        <a:lstStyle/>
        <a:p>
          <a:endParaRPr lang="en-US"/>
        </a:p>
      </dgm:t>
    </dgm:pt>
    <dgm:pt modelId="{ABBE8BF9-5E16-4AE3-9A01-C7C9A16D1FE6}" type="pres">
      <dgm:prSet presAssocID="{32CF2900-CFF8-4EA2-9FEF-5CFA4B05450F}" presName="root" presStyleCnt="0">
        <dgm:presLayoutVars>
          <dgm:dir/>
          <dgm:resizeHandles val="exact"/>
        </dgm:presLayoutVars>
      </dgm:prSet>
      <dgm:spPr/>
    </dgm:pt>
    <dgm:pt modelId="{5CBD0D20-1720-498D-A4F3-28BB264D19FE}" type="pres">
      <dgm:prSet presAssocID="{AB0C632C-CCD7-4BCE-9087-DCDD56B5F0D4}" presName="compNode" presStyleCnt="0"/>
      <dgm:spPr/>
    </dgm:pt>
    <dgm:pt modelId="{091118E2-5B6B-4CAD-82D3-602702EAB4BD}" type="pres">
      <dgm:prSet presAssocID="{AB0C632C-CCD7-4BCE-9087-DCDD56B5F0D4}" presName="bgRect" presStyleLbl="bgShp" presStyleIdx="0" presStyleCnt="6"/>
      <dgm:spPr/>
    </dgm:pt>
    <dgm:pt modelId="{2727AFEC-3C04-4E96-9BDD-578E6788D9C0}" type="pres">
      <dgm:prSet presAssocID="{AB0C632C-CCD7-4BCE-9087-DCDD56B5F0D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C3133C1C-FC16-4422-A601-F7C426220E51}" type="pres">
      <dgm:prSet presAssocID="{AB0C632C-CCD7-4BCE-9087-DCDD56B5F0D4}" presName="spaceRect" presStyleCnt="0"/>
      <dgm:spPr/>
    </dgm:pt>
    <dgm:pt modelId="{B0BDFFE9-F940-44F8-AADC-5C8BAA478788}" type="pres">
      <dgm:prSet presAssocID="{AB0C632C-CCD7-4BCE-9087-DCDD56B5F0D4}" presName="parTx" presStyleLbl="revTx" presStyleIdx="0" presStyleCnt="6">
        <dgm:presLayoutVars>
          <dgm:chMax val="0"/>
          <dgm:chPref val="0"/>
        </dgm:presLayoutVars>
      </dgm:prSet>
      <dgm:spPr/>
    </dgm:pt>
    <dgm:pt modelId="{C80E1791-0E6C-414A-B08C-F3B9018719EE}" type="pres">
      <dgm:prSet presAssocID="{7660F5DB-B561-423D-A3A4-C0C559ED5154}" presName="sibTrans" presStyleCnt="0"/>
      <dgm:spPr/>
    </dgm:pt>
    <dgm:pt modelId="{C2823DA7-2063-4112-9865-19BEABBCDFE6}" type="pres">
      <dgm:prSet presAssocID="{9F3C05AE-1FC5-4503-885E-FBEF6CBE11F7}" presName="compNode" presStyleCnt="0"/>
      <dgm:spPr/>
    </dgm:pt>
    <dgm:pt modelId="{F019FF3C-3AF5-4B11-8449-36BC95DB2156}" type="pres">
      <dgm:prSet presAssocID="{9F3C05AE-1FC5-4503-885E-FBEF6CBE11F7}" presName="bgRect" presStyleLbl="bgShp" presStyleIdx="1" presStyleCnt="6"/>
      <dgm:spPr/>
    </dgm:pt>
    <dgm:pt modelId="{06A242A4-5413-49A6-8675-9D73512661D8}" type="pres">
      <dgm:prSet presAssocID="{9F3C05AE-1FC5-4503-885E-FBEF6CBE11F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AE9598B-0E01-4B44-9D70-C1258BAF364B}" type="pres">
      <dgm:prSet presAssocID="{9F3C05AE-1FC5-4503-885E-FBEF6CBE11F7}" presName="spaceRect" presStyleCnt="0"/>
      <dgm:spPr/>
    </dgm:pt>
    <dgm:pt modelId="{724CF55D-1387-45FE-ACE1-6A7C20F3D7E1}" type="pres">
      <dgm:prSet presAssocID="{9F3C05AE-1FC5-4503-885E-FBEF6CBE11F7}" presName="parTx" presStyleLbl="revTx" presStyleIdx="1" presStyleCnt="6">
        <dgm:presLayoutVars>
          <dgm:chMax val="0"/>
          <dgm:chPref val="0"/>
        </dgm:presLayoutVars>
      </dgm:prSet>
      <dgm:spPr/>
    </dgm:pt>
    <dgm:pt modelId="{FE0094BB-978B-4C4C-87D8-3DDE19B38024}" type="pres">
      <dgm:prSet presAssocID="{D3F3A469-739B-408D-BC7E-703B6DCFE0CE}" presName="sibTrans" presStyleCnt="0"/>
      <dgm:spPr/>
    </dgm:pt>
    <dgm:pt modelId="{ED356293-C281-4C6B-9234-378B35CF7A45}" type="pres">
      <dgm:prSet presAssocID="{1FCB974C-CE77-4D05-9FD3-2524850D7324}" presName="compNode" presStyleCnt="0"/>
      <dgm:spPr/>
    </dgm:pt>
    <dgm:pt modelId="{E2C2A789-B335-4351-86AD-D81EF75CDB26}" type="pres">
      <dgm:prSet presAssocID="{1FCB974C-CE77-4D05-9FD3-2524850D7324}" presName="bgRect" presStyleLbl="bgShp" presStyleIdx="2" presStyleCnt="6"/>
      <dgm:spPr/>
    </dgm:pt>
    <dgm:pt modelId="{EB37DEEB-D92D-4A13-B178-B4E5A4BC1C21}" type="pres">
      <dgm:prSet presAssocID="{1FCB974C-CE77-4D05-9FD3-2524850D732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10E159A-8277-4BCA-BADE-BC2589A51F89}" type="pres">
      <dgm:prSet presAssocID="{1FCB974C-CE77-4D05-9FD3-2524850D7324}" presName="spaceRect" presStyleCnt="0"/>
      <dgm:spPr/>
    </dgm:pt>
    <dgm:pt modelId="{C9545925-3B35-4A3B-A99A-B9139AA46BAE}" type="pres">
      <dgm:prSet presAssocID="{1FCB974C-CE77-4D05-9FD3-2524850D7324}" presName="parTx" presStyleLbl="revTx" presStyleIdx="2" presStyleCnt="6">
        <dgm:presLayoutVars>
          <dgm:chMax val="0"/>
          <dgm:chPref val="0"/>
        </dgm:presLayoutVars>
      </dgm:prSet>
      <dgm:spPr/>
    </dgm:pt>
    <dgm:pt modelId="{0280F38F-4E26-4FB6-81D6-5A99BFFA3EF6}" type="pres">
      <dgm:prSet presAssocID="{242F5FA3-1146-4BC3-93B6-EC2EAD6514DE}" presName="sibTrans" presStyleCnt="0"/>
      <dgm:spPr/>
    </dgm:pt>
    <dgm:pt modelId="{3074946B-259D-4122-AFBE-EA6CBC1851D6}" type="pres">
      <dgm:prSet presAssocID="{ED67DF36-A92D-42EC-98A6-6F0375C959F4}" presName="compNode" presStyleCnt="0"/>
      <dgm:spPr/>
    </dgm:pt>
    <dgm:pt modelId="{09CBC330-5AF7-45A6-A338-1479966A372F}" type="pres">
      <dgm:prSet presAssocID="{ED67DF36-A92D-42EC-98A6-6F0375C959F4}" presName="bgRect" presStyleLbl="bgShp" presStyleIdx="3" presStyleCnt="6"/>
      <dgm:spPr/>
    </dgm:pt>
    <dgm:pt modelId="{342C8430-0CA6-4576-BE49-4330B8B0B028}" type="pres">
      <dgm:prSet presAssocID="{ED67DF36-A92D-42EC-98A6-6F0375C959F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D7C059FA-68B2-44CE-BC7A-01A75155E33E}" type="pres">
      <dgm:prSet presAssocID="{ED67DF36-A92D-42EC-98A6-6F0375C959F4}" presName="spaceRect" presStyleCnt="0"/>
      <dgm:spPr/>
    </dgm:pt>
    <dgm:pt modelId="{A5395B73-0272-4A25-AC71-22F87A42CFAA}" type="pres">
      <dgm:prSet presAssocID="{ED67DF36-A92D-42EC-98A6-6F0375C959F4}" presName="parTx" presStyleLbl="revTx" presStyleIdx="3" presStyleCnt="6">
        <dgm:presLayoutVars>
          <dgm:chMax val="0"/>
          <dgm:chPref val="0"/>
        </dgm:presLayoutVars>
      </dgm:prSet>
      <dgm:spPr/>
    </dgm:pt>
    <dgm:pt modelId="{C34FF3C2-124B-4157-8A89-7EE8505A3232}" type="pres">
      <dgm:prSet presAssocID="{6D2C32F2-0494-41A7-B85A-45507E070575}" presName="sibTrans" presStyleCnt="0"/>
      <dgm:spPr/>
    </dgm:pt>
    <dgm:pt modelId="{EA2320D1-4657-4F8E-93B9-C9A497419D5A}" type="pres">
      <dgm:prSet presAssocID="{97BEECD6-9EA4-4C67-B69E-F1B6969694C7}" presName="compNode" presStyleCnt="0"/>
      <dgm:spPr/>
    </dgm:pt>
    <dgm:pt modelId="{030D44C6-0B5C-44B3-BB79-1CAA70389C9E}" type="pres">
      <dgm:prSet presAssocID="{97BEECD6-9EA4-4C67-B69E-F1B6969694C7}" presName="bgRect" presStyleLbl="bgShp" presStyleIdx="4" presStyleCnt="6"/>
      <dgm:spPr/>
    </dgm:pt>
    <dgm:pt modelId="{8C346087-18E9-41A0-A889-01B27E453C6B}" type="pres">
      <dgm:prSet presAssocID="{97BEECD6-9EA4-4C67-B69E-F1B6969694C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ger"/>
        </a:ext>
      </dgm:extLst>
    </dgm:pt>
    <dgm:pt modelId="{363782CE-95F6-4CB5-9A77-CFAD1A1EDC57}" type="pres">
      <dgm:prSet presAssocID="{97BEECD6-9EA4-4C67-B69E-F1B6969694C7}" presName="spaceRect" presStyleCnt="0"/>
      <dgm:spPr/>
    </dgm:pt>
    <dgm:pt modelId="{F310CA3D-EB8F-4082-B706-133A69700FBE}" type="pres">
      <dgm:prSet presAssocID="{97BEECD6-9EA4-4C67-B69E-F1B6969694C7}" presName="parTx" presStyleLbl="revTx" presStyleIdx="4" presStyleCnt="6">
        <dgm:presLayoutVars>
          <dgm:chMax val="0"/>
          <dgm:chPref val="0"/>
        </dgm:presLayoutVars>
      </dgm:prSet>
      <dgm:spPr/>
    </dgm:pt>
    <dgm:pt modelId="{FD2F09CC-881B-456F-B0CB-D9B249906163}" type="pres">
      <dgm:prSet presAssocID="{9ADD4090-F278-46C2-97AE-B412F12B0425}" presName="sibTrans" presStyleCnt="0"/>
      <dgm:spPr/>
    </dgm:pt>
    <dgm:pt modelId="{FB0B94C5-3BB2-48C7-877C-2097F91D1588}" type="pres">
      <dgm:prSet presAssocID="{BD22211B-9290-443D-9530-3D1D7C9C8D24}" presName="compNode" presStyleCnt="0"/>
      <dgm:spPr/>
    </dgm:pt>
    <dgm:pt modelId="{3F49B12D-243F-4B9E-80AC-132D97FFA825}" type="pres">
      <dgm:prSet presAssocID="{BD22211B-9290-443D-9530-3D1D7C9C8D24}" presName="bgRect" presStyleLbl="bgShp" presStyleIdx="5" presStyleCnt="6"/>
      <dgm:spPr/>
    </dgm:pt>
    <dgm:pt modelId="{FF6946B7-ED26-4B5C-A4E3-2DFD94BD9B37}" type="pres">
      <dgm:prSet presAssocID="{BD22211B-9290-443D-9530-3D1D7C9C8D2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3F502D14-C641-4AF2-93E1-394366007F5A}" type="pres">
      <dgm:prSet presAssocID="{BD22211B-9290-443D-9530-3D1D7C9C8D24}" presName="spaceRect" presStyleCnt="0"/>
      <dgm:spPr/>
    </dgm:pt>
    <dgm:pt modelId="{A5052E17-874B-497D-9389-53F256D31092}" type="pres">
      <dgm:prSet presAssocID="{BD22211B-9290-443D-9530-3D1D7C9C8D2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EB45136-4989-46CA-A5CB-AE04CCA5CCE4}" type="presOf" srcId="{ED67DF36-A92D-42EC-98A6-6F0375C959F4}" destId="{A5395B73-0272-4A25-AC71-22F87A42CFAA}" srcOrd="0" destOrd="0" presId="urn:microsoft.com/office/officeart/2018/2/layout/IconVerticalSolidList"/>
    <dgm:cxn modelId="{89BF6247-7D86-433A-99FF-B156F6A01FCD}" srcId="{32CF2900-CFF8-4EA2-9FEF-5CFA4B05450F}" destId="{ED67DF36-A92D-42EC-98A6-6F0375C959F4}" srcOrd="3" destOrd="0" parTransId="{CC1B576D-F0A1-452F-89EB-D6B2EBDF74A4}" sibTransId="{6D2C32F2-0494-41A7-B85A-45507E070575}"/>
    <dgm:cxn modelId="{B4F6DB6D-08AB-4488-AEC3-2406A7E73624}" srcId="{32CF2900-CFF8-4EA2-9FEF-5CFA4B05450F}" destId="{9F3C05AE-1FC5-4503-885E-FBEF6CBE11F7}" srcOrd="1" destOrd="0" parTransId="{E8A39DF4-87F9-4D24-B384-2CDF905DAC69}" sibTransId="{D3F3A469-739B-408D-BC7E-703B6DCFE0CE}"/>
    <dgm:cxn modelId="{018F9783-724F-4B23-B7DA-2C0C491AC47B}" srcId="{32CF2900-CFF8-4EA2-9FEF-5CFA4B05450F}" destId="{97BEECD6-9EA4-4C67-B69E-F1B6969694C7}" srcOrd="4" destOrd="0" parTransId="{493BA55B-91FF-4CF5-991F-7BAC50BBF736}" sibTransId="{9ADD4090-F278-46C2-97AE-B412F12B0425}"/>
    <dgm:cxn modelId="{5F120DA6-6803-4B6F-8CCF-99A5DCDDB3C3}" type="presOf" srcId="{1FCB974C-CE77-4D05-9FD3-2524850D7324}" destId="{C9545925-3B35-4A3B-A99A-B9139AA46BAE}" srcOrd="0" destOrd="0" presId="urn:microsoft.com/office/officeart/2018/2/layout/IconVerticalSolidList"/>
    <dgm:cxn modelId="{1E7C3AB3-5F0B-4791-9292-64EDE563CF57}" type="presOf" srcId="{97BEECD6-9EA4-4C67-B69E-F1B6969694C7}" destId="{F310CA3D-EB8F-4082-B706-133A69700FBE}" srcOrd="0" destOrd="0" presId="urn:microsoft.com/office/officeart/2018/2/layout/IconVerticalSolidList"/>
    <dgm:cxn modelId="{C92B92CB-1FD5-4785-ACAB-5F5116E61924}" type="presOf" srcId="{AB0C632C-CCD7-4BCE-9087-DCDD56B5F0D4}" destId="{B0BDFFE9-F940-44F8-AADC-5C8BAA478788}" srcOrd="0" destOrd="0" presId="urn:microsoft.com/office/officeart/2018/2/layout/IconVerticalSolidList"/>
    <dgm:cxn modelId="{7E52F6CB-FFFC-4050-B561-F66D341FC390}" srcId="{32CF2900-CFF8-4EA2-9FEF-5CFA4B05450F}" destId="{BD22211B-9290-443D-9530-3D1D7C9C8D24}" srcOrd="5" destOrd="0" parTransId="{0BE5B17A-9656-42D5-961A-36700330B45B}" sibTransId="{6B68A183-0560-4242-98E7-8F722E926C6D}"/>
    <dgm:cxn modelId="{CFA7C8CD-CE4D-4953-954E-6849E0A3F619}" type="presOf" srcId="{9F3C05AE-1FC5-4503-885E-FBEF6CBE11F7}" destId="{724CF55D-1387-45FE-ACE1-6A7C20F3D7E1}" srcOrd="0" destOrd="0" presId="urn:microsoft.com/office/officeart/2018/2/layout/IconVerticalSolidList"/>
    <dgm:cxn modelId="{F11D1BD7-2B4A-4D6E-8CCA-E3A00F3E1482}" type="presOf" srcId="{32CF2900-CFF8-4EA2-9FEF-5CFA4B05450F}" destId="{ABBE8BF9-5E16-4AE3-9A01-C7C9A16D1FE6}" srcOrd="0" destOrd="0" presId="urn:microsoft.com/office/officeart/2018/2/layout/IconVerticalSolidList"/>
    <dgm:cxn modelId="{194B99D8-EBA9-41EC-BF49-89E03E4E9CE2}" type="presOf" srcId="{BD22211B-9290-443D-9530-3D1D7C9C8D24}" destId="{A5052E17-874B-497D-9389-53F256D31092}" srcOrd="0" destOrd="0" presId="urn:microsoft.com/office/officeart/2018/2/layout/IconVerticalSolidList"/>
    <dgm:cxn modelId="{6C6F90E4-D361-4DFC-9EDD-81A5EC1C83F1}" srcId="{32CF2900-CFF8-4EA2-9FEF-5CFA4B05450F}" destId="{AB0C632C-CCD7-4BCE-9087-DCDD56B5F0D4}" srcOrd="0" destOrd="0" parTransId="{82FB2CA7-F96B-4C55-B9C4-3D850B8E0AE4}" sibTransId="{7660F5DB-B561-423D-A3A4-C0C559ED5154}"/>
    <dgm:cxn modelId="{91AC2BF1-2A03-40AF-BD46-213FBFDD7B0F}" srcId="{32CF2900-CFF8-4EA2-9FEF-5CFA4B05450F}" destId="{1FCB974C-CE77-4D05-9FD3-2524850D7324}" srcOrd="2" destOrd="0" parTransId="{68099BD7-FAD7-4A97-BD4E-085A180B7590}" sibTransId="{242F5FA3-1146-4BC3-93B6-EC2EAD6514DE}"/>
    <dgm:cxn modelId="{BB4CABF2-79DD-4868-B551-BC03723D00D0}" type="presParOf" srcId="{ABBE8BF9-5E16-4AE3-9A01-C7C9A16D1FE6}" destId="{5CBD0D20-1720-498D-A4F3-28BB264D19FE}" srcOrd="0" destOrd="0" presId="urn:microsoft.com/office/officeart/2018/2/layout/IconVerticalSolidList"/>
    <dgm:cxn modelId="{8EF7996D-C4F7-453E-B13E-29B7789421EF}" type="presParOf" srcId="{5CBD0D20-1720-498D-A4F3-28BB264D19FE}" destId="{091118E2-5B6B-4CAD-82D3-602702EAB4BD}" srcOrd="0" destOrd="0" presId="urn:microsoft.com/office/officeart/2018/2/layout/IconVerticalSolidList"/>
    <dgm:cxn modelId="{EF754145-BBE8-457C-8C39-8A0A999E1D4D}" type="presParOf" srcId="{5CBD0D20-1720-498D-A4F3-28BB264D19FE}" destId="{2727AFEC-3C04-4E96-9BDD-578E6788D9C0}" srcOrd="1" destOrd="0" presId="urn:microsoft.com/office/officeart/2018/2/layout/IconVerticalSolidList"/>
    <dgm:cxn modelId="{1BCFB3BB-C081-48F1-8CEB-78C9737C003A}" type="presParOf" srcId="{5CBD0D20-1720-498D-A4F3-28BB264D19FE}" destId="{C3133C1C-FC16-4422-A601-F7C426220E51}" srcOrd="2" destOrd="0" presId="urn:microsoft.com/office/officeart/2018/2/layout/IconVerticalSolidList"/>
    <dgm:cxn modelId="{D94D5A71-1C10-4D67-83F3-0D4C6ABD958B}" type="presParOf" srcId="{5CBD0D20-1720-498D-A4F3-28BB264D19FE}" destId="{B0BDFFE9-F940-44F8-AADC-5C8BAA478788}" srcOrd="3" destOrd="0" presId="urn:microsoft.com/office/officeart/2018/2/layout/IconVerticalSolidList"/>
    <dgm:cxn modelId="{24885DFE-98E2-42FB-882E-4B7401C203C3}" type="presParOf" srcId="{ABBE8BF9-5E16-4AE3-9A01-C7C9A16D1FE6}" destId="{C80E1791-0E6C-414A-B08C-F3B9018719EE}" srcOrd="1" destOrd="0" presId="urn:microsoft.com/office/officeart/2018/2/layout/IconVerticalSolidList"/>
    <dgm:cxn modelId="{CF813B73-4824-49A9-A2FE-A0F73BF476C5}" type="presParOf" srcId="{ABBE8BF9-5E16-4AE3-9A01-C7C9A16D1FE6}" destId="{C2823DA7-2063-4112-9865-19BEABBCDFE6}" srcOrd="2" destOrd="0" presId="urn:microsoft.com/office/officeart/2018/2/layout/IconVerticalSolidList"/>
    <dgm:cxn modelId="{B086717E-C25D-4B40-8E6F-078F8B1926D8}" type="presParOf" srcId="{C2823DA7-2063-4112-9865-19BEABBCDFE6}" destId="{F019FF3C-3AF5-4B11-8449-36BC95DB2156}" srcOrd="0" destOrd="0" presId="urn:microsoft.com/office/officeart/2018/2/layout/IconVerticalSolidList"/>
    <dgm:cxn modelId="{15634D35-8B1E-4E00-9CCD-D6059D5565F8}" type="presParOf" srcId="{C2823DA7-2063-4112-9865-19BEABBCDFE6}" destId="{06A242A4-5413-49A6-8675-9D73512661D8}" srcOrd="1" destOrd="0" presId="urn:microsoft.com/office/officeart/2018/2/layout/IconVerticalSolidList"/>
    <dgm:cxn modelId="{F854554D-DEA4-4BCA-B1F6-8DE797742459}" type="presParOf" srcId="{C2823DA7-2063-4112-9865-19BEABBCDFE6}" destId="{4AE9598B-0E01-4B44-9D70-C1258BAF364B}" srcOrd="2" destOrd="0" presId="urn:microsoft.com/office/officeart/2018/2/layout/IconVerticalSolidList"/>
    <dgm:cxn modelId="{AD22A12C-37A5-47FB-AD6A-BACAC1412B2C}" type="presParOf" srcId="{C2823DA7-2063-4112-9865-19BEABBCDFE6}" destId="{724CF55D-1387-45FE-ACE1-6A7C20F3D7E1}" srcOrd="3" destOrd="0" presId="urn:microsoft.com/office/officeart/2018/2/layout/IconVerticalSolidList"/>
    <dgm:cxn modelId="{BEE1559D-C648-44E9-B614-145F8B47E23E}" type="presParOf" srcId="{ABBE8BF9-5E16-4AE3-9A01-C7C9A16D1FE6}" destId="{FE0094BB-978B-4C4C-87D8-3DDE19B38024}" srcOrd="3" destOrd="0" presId="urn:microsoft.com/office/officeart/2018/2/layout/IconVerticalSolidList"/>
    <dgm:cxn modelId="{A3AD8C32-EEE1-4D3F-902C-2B12DF8DB183}" type="presParOf" srcId="{ABBE8BF9-5E16-4AE3-9A01-C7C9A16D1FE6}" destId="{ED356293-C281-4C6B-9234-378B35CF7A45}" srcOrd="4" destOrd="0" presId="urn:microsoft.com/office/officeart/2018/2/layout/IconVerticalSolidList"/>
    <dgm:cxn modelId="{BD1E34F4-1475-4E84-BFD7-412BE3F99F53}" type="presParOf" srcId="{ED356293-C281-4C6B-9234-378B35CF7A45}" destId="{E2C2A789-B335-4351-86AD-D81EF75CDB26}" srcOrd="0" destOrd="0" presId="urn:microsoft.com/office/officeart/2018/2/layout/IconVerticalSolidList"/>
    <dgm:cxn modelId="{1C332956-39DE-4572-AACC-34B0C75D0D64}" type="presParOf" srcId="{ED356293-C281-4C6B-9234-378B35CF7A45}" destId="{EB37DEEB-D92D-4A13-B178-B4E5A4BC1C21}" srcOrd="1" destOrd="0" presId="urn:microsoft.com/office/officeart/2018/2/layout/IconVerticalSolidList"/>
    <dgm:cxn modelId="{079B7053-BD6E-4CCA-9289-659E07428EAC}" type="presParOf" srcId="{ED356293-C281-4C6B-9234-378B35CF7A45}" destId="{910E159A-8277-4BCA-BADE-BC2589A51F89}" srcOrd="2" destOrd="0" presId="urn:microsoft.com/office/officeart/2018/2/layout/IconVerticalSolidList"/>
    <dgm:cxn modelId="{2E4B481D-837E-4FFE-9BB3-78C31A30BCBF}" type="presParOf" srcId="{ED356293-C281-4C6B-9234-378B35CF7A45}" destId="{C9545925-3B35-4A3B-A99A-B9139AA46BAE}" srcOrd="3" destOrd="0" presId="urn:microsoft.com/office/officeart/2018/2/layout/IconVerticalSolidList"/>
    <dgm:cxn modelId="{B889691D-8C31-4FE3-A037-2385C523F93F}" type="presParOf" srcId="{ABBE8BF9-5E16-4AE3-9A01-C7C9A16D1FE6}" destId="{0280F38F-4E26-4FB6-81D6-5A99BFFA3EF6}" srcOrd="5" destOrd="0" presId="urn:microsoft.com/office/officeart/2018/2/layout/IconVerticalSolidList"/>
    <dgm:cxn modelId="{89A171AA-9D8F-4DE5-9D09-B557ACE095CB}" type="presParOf" srcId="{ABBE8BF9-5E16-4AE3-9A01-C7C9A16D1FE6}" destId="{3074946B-259D-4122-AFBE-EA6CBC1851D6}" srcOrd="6" destOrd="0" presId="urn:microsoft.com/office/officeart/2018/2/layout/IconVerticalSolidList"/>
    <dgm:cxn modelId="{A06B6683-EF81-4461-93A7-729BE8353873}" type="presParOf" srcId="{3074946B-259D-4122-AFBE-EA6CBC1851D6}" destId="{09CBC330-5AF7-45A6-A338-1479966A372F}" srcOrd="0" destOrd="0" presId="urn:microsoft.com/office/officeart/2018/2/layout/IconVerticalSolidList"/>
    <dgm:cxn modelId="{07EA1E62-FA12-475B-BF39-CBBB5C2A266D}" type="presParOf" srcId="{3074946B-259D-4122-AFBE-EA6CBC1851D6}" destId="{342C8430-0CA6-4576-BE49-4330B8B0B028}" srcOrd="1" destOrd="0" presId="urn:microsoft.com/office/officeart/2018/2/layout/IconVerticalSolidList"/>
    <dgm:cxn modelId="{A1554CBB-8EA7-4E9E-972B-FCD474B43CF3}" type="presParOf" srcId="{3074946B-259D-4122-AFBE-EA6CBC1851D6}" destId="{D7C059FA-68B2-44CE-BC7A-01A75155E33E}" srcOrd="2" destOrd="0" presId="urn:microsoft.com/office/officeart/2018/2/layout/IconVerticalSolidList"/>
    <dgm:cxn modelId="{8E677B46-DC2A-41B1-82B9-518D7EEB4BBC}" type="presParOf" srcId="{3074946B-259D-4122-AFBE-EA6CBC1851D6}" destId="{A5395B73-0272-4A25-AC71-22F87A42CFAA}" srcOrd="3" destOrd="0" presId="urn:microsoft.com/office/officeart/2018/2/layout/IconVerticalSolidList"/>
    <dgm:cxn modelId="{B83C4A70-CC2E-4FBD-994C-94760D7DE0BB}" type="presParOf" srcId="{ABBE8BF9-5E16-4AE3-9A01-C7C9A16D1FE6}" destId="{C34FF3C2-124B-4157-8A89-7EE8505A3232}" srcOrd="7" destOrd="0" presId="urn:microsoft.com/office/officeart/2018/2/layout/IconVerticalSolidList"/>
    <dgm:cxn modelId="{B9BB151C-9AD6-47C5-9A52-6714C260E693}" type="presParOf" srcId="{ABBE8BF9-5E16-4AE3-9A01-C7C9A16D1FE6}" destId="{EA2320D1-4657-4F8E-93B9-C9A497419D5A}" srcOrd="8" destOrd="0" presId="urn:microsoft.com/office/officeart/2018/2/layout/IconVerticalSolidList"/>
    <dgm:cxn modelId="{2E61FADD-1A9F-4BC1-960A-9AD682A302F4}" type="presParOf" srcId="{EA2320D1-4657-4F8E-93B9-C9A497419D5A}" destId="{030D44C6-0B5C-44B3-BB79-1CAA70389C9E}" srcOrd="0" destOrd="0" presId="urn:microsoft.com/office/officeart/2018/2/layout/IconVerticalSolidList"/>
    <dgm:cxn modelId="{8FCB7738-29D2-4E4A-BB10-24E82014B394}" type="presParOf" srcId="{EA2320D1-4657-4F8E-93B9-C9A497419D5A}" destId="{8C346087-18E9-41A0-A889-01B27E453C6B}" srcOrd="1" destOrd="0" presId="urn:microsoft.com/office/officeart/2018/2/layout/IconVerticalSolidList"/>
    <dgm:cxn modelId="{BFB4CDFF-B453-4D02-8003-602B0BD91E1A}" type="presParOf" srcId="{EA2320D1-4657-4F8E-93B9-C9A497419D5A}" destId="{363782CE-95F6-4CB5-9A77-CFAD1A1EDC57}" srcOrd="2" destOrd="0" presId="urn:microsoft.com/office/officeart/2018/2/layout/IconVerticalSolidList"/>
    <dgm:cxn modelId="{BA8DCBD1-61F6-453A-B687-285350F839C9}" type="presParOf" srcId="{EA2320D1-4657-4F8E-93B9-C9A497419D5A}" destId="{F310CA3D-EB8F-4082-B706-133A69700FBE}" srcOrd="3" destOrd="0" presId="urn:microsoft.com/office/officeart/2018/2/layout/IconVerticalSolidList"/>
    <dgm:cxn modelId="{F37215B0-CB4D-43EC-B4DE-ABFC003321A0}" type="presParOf" srcId="{ABBE8BF9-5E16-4AE3-9A01-C7C9A16D1FE6}" destId="{FD2F09CC-881B-456F-B0CB-D9B249906163}" srcOrd="9" destOrd="0" presId="urn:microsoft.com/office/officeart/2018/2/layout/IconVerticalSolidList"/>
    <dgm:cxn modelId="{720BADAF-B8FB-45BB-8453-8B9F972AB7C0}" type="presParOf" srcId="{ABBE8BF9-5E16-4AE3-9A01-C7C9A16D1FE6}" destId="{FB0B94C5-3BB2-48C7-877C-2097F91D1588}" srcOrd="10" destOrd="0" presId="urn:microsoft.com/office/officeart/2018/2/layout/IconVerticalSolidList"/>
    <dgm:cxn modelId="{F2F12665-1CEA-4EF3-9149-2F740D01E75F}" type="presParOf" srcId="{FB0B94C5-3BB2-48C7-877C-2097F91D1588}" destId="{3F49B12D-243F-4B9E-80AC-132D97FFA825}" srcOrd="0" destOrd="0" presId="urn:microsoft.com/office/officeart/2018/2/layout/IconVerticalSolidList"/>
    <dgm:cxn modelId="{9A91487C-2FAE-45C0-9B53-1BCD6E9FF841}" type="presParOf" srcId="{FB0B94C5-3BB2-48C7-877C-2097F91D1588}" destId="{FF6946B7-ED26-4B5C-A4E3-2DFD94BD9B37}" srcOrd="1" destOrd="0" presId="urn:microsoft.com/office/officeart/2018/2/layout/IconVerticalSolidList"/>
    <dgm:cxn modelId="{27049789-ACF9-4404-BF84-2482D38F7838}" type="presParOf" srcId="{FB0B94C5-3BB2-48C7-877C-2097F91D1588}" destId="{3F502D14-C641-4AF2-93E1-394366007F5A}" srcOrd="2" destOrd="0" presId="urn:microsoft.com/office/officeart/2018/2/layout/IconVerticalSolidList"/>
    <dgm:cxn modelId="{3FDDC027-4F0C-41D9-AACE-F81C4EA81289}" type="presParOf" srcId="{FB0B94C5-3BB2-48C7-877C-2097F91D1588}" destId="{A5052E17-874B-497D-9389-53F256D310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DFA739-061B-4BE2-88F0-9515C2C51BBC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606BA4B-367C-429A-981B-B3EA16719646}">
      <dgm:prSet/>
      <dgm:spPr/>
      <dgm:t>
        <a:bodyPr/>
        <a:lstStyle/>
        <a:p>
          <a:r>
            <a:rPr lang="en-US"/>
            <a:t>1.  Define the Business Problem</a:t>
          </a:r>
        </a:p>
      </dgm:t>
    </dgm:pt>
    <dgm:pt modelId="{EB6B88DE-8713-4480-B155-58B1CA4BE70A}" type="parTrans" cxnId="{DF745A9D-E8E0-47C5-820A-6C595C71A910}">
      <dgm:prSet/>
      <dgm:spPr/>
      <dgm:t>
        <a:bodyPr/>
        <a:lstStyle/>
        <a:p>
          <a:endParaRPr lang="en-US"/>
        </a:p>
      </dgm:t>
    </dgm:pt>
    <dgm:pt modelId="{FA18DA87-7BCC-4096-8719-466F50F2561C}" type="sibTrans" cxnId="{DF745A9D-E8E0-47C5-820A-6C595C71A910}">
      <dgm:prSet/>
      <dgm:spPr/>
      <dgm:t>
        <a:bodyPr/>
        <a:lstStyle/>
        <a:p>
          <a:endParaRPr lang="en-US"/>
        </a:p>
      </dgm:t>
    </dgm:pt>
    <dgm:pt modelId="{F7D8700F-ABEB-448B-9F5B-465EF53385A0}">
      <dgm:prSet/>
      <dgm:spPr/>
      <dgm:t>
        <a:bodyPr/>
        <a:lstStyle/>
        <a:p>
          <a:r>
            <a:rPr lang="en-US"/>
            <a:t>2.  Data Collection</a:t>
          </a:r>
        </a:p>
      </dgm:t>
    </dgm:pt>
    <dgm:pt modelId="{BAB1A1CC-6559-4C52-A7C5-3A524EC7FFF3}" type="parTrans" cxnId="{DBA3DFA9-FC29-432C-AB4A-26216B3D17BB}">
      <dgm:prSet/>
      <dgm:spPr/>
      <dgm:t>
        <a:bodyPr/>
        <a:lstStyle/>
        <a:p>
          <a:endParaRPr lang="en-US"/>
        </a:p>
      </dgm:t>
    </dgm:pt>
    <dgm:pt modelId="{48501197-F341-4141-83FA-E7DF51375161}" type="sibTrans" cxnId="{DBA3DFA9-FC29-432C-AB4A-26216B3D17BB}">
      <dgm:prSet/>
      <dgm:spPr/>
      <dgm:t>
        <a:bodyPr/>
        <a:lstStyle/>
        <a:p>
          <a:endParaRPr lang="en-US"/>
        </a:p>
      </dgm:t>
    </dgm:pt>
    <dgm:pt modelId="{6237C069-F332-450C-853F-24552E512F09}">
      <dgm:prSet/>
      <dgm:spPr/>
      <dgm:t>
        <a:bodyPr/>
        <a:lstStyle/>
        <a:p>
          <a:r>
            <a:rPr lang="en-US"/>
            <a:t>3.  Data Cleaning and Preparation</a:t>
          </a:r>
        </a:p>
      </dgm:t>
    </dgm:pt>
    <dgm:pt modelId="{32703F0E-2A99-4D0E-AEDE-F41E9CBE799E}" type="parTrans" cxnId="{0F81C28C-4A65-4D6B-8C4B-60C8DB411072}">
      <dgm:prSet/>
      <dgm:spPr/>
      <dgm:t>
        <a:bodyPr/>
        <a:lstStyle/>
        <a:p>
          <a:endParaRPr lang="en-US"/>
        </a:p>
      </dgm:t>
    </dgm:pt>
    <dgm:pt modelId="{9944FD75-D2EB-4202-A311-178FC1B1CAD5}" type="sibTrans" cxnId="{0F81C28C-4A65-4D6B-8C4B-60C8DB411072}">
      <dgm:prSet/>
      <dgm:spPr/>
      <dgm:t>
        <a:bodyPr/>
        <a:lstStyle/>
        <a:p>
          <a:endParaRPr lang="en-US"/>
        </a:p>
      </dgm:t>
    </dgm:pt>
    <dgm:pt modelId="{9862AAEA-6E92-4CD3-8544-BF74FE2DAA91}">
      <dgm:prSet/>
      <dgm:spPr/>
      <dgm:t>
        <a:bodyPr/>
        <a:lstStyle/>
        <a:p>
          <a:r>
            <a:rPr lang="en-US"/>
            <a:t>4.  Data Analysis</a:t>
          </a:r>
        </a:p>
      </dgm:t>
    </dgm:pt>
    <dgm:pt modelId="{15AF2162-47DC-4047-BB15-DEBE405C479A}" type="parTrans" cxnId="{2949A3CA-3115-4BCD-AF43-B96090F3D761}">
      <dgm:prSet/>
      <dgm:spPr/>
      <dgm:t>
        <a:bodyPr/>
        <a:lstStyle/>
        <a:p>
          <a:endParaRPr lang="en-US"/>
        </a:p>
      </dgm:t>
    </dgm:pt>
    <dgm:pt modelId="{2478DFAE-E54C-4007-B916-9A15D5D3F4C3}" type="sibTrans" cxnId="{2949A3CA-3115-4BCD-AF43-B96090F3D761}">
      <dgm:prSet/>
      <dgm:spPr/>
      <dgm:t>
        <a:bodyPr/>
        <a:lstStyle/>
        <a:p>
          <a:endParaRPr lang="en-US"/>
        </a:p>
      </dgm:t>
    </dgm:pt>
    <dgm:pt modelId="{52597812-BB42-42A5-9ADF-189553F6C9E4}">
      <dgm:prSet/>
      <dgm:spPr/>
      <dgm:t>
        <a:bodyPr/>
        <a:lstStyle/>
        <a:p>
          <a:r>
            <a:rPr lang="en-US"/>
            <a:t>5.    Data Visualization (Highlighted)  </a:t>
          </a:r>
        </a:p>
      </dgm:t>
    </dgm:pt>
    <dgm:pt modelId="{D254E288-9192-44BA-9B99-E37B42F0969F}" type="parTrans" cxnId="{58400B9E-8C8A-4A07-BF2D-94349E6AA3F2}">
      <dgm:prSet/>
      <dgm:spPr/>
      <dgm:t>
        <a:bodyPr/>
        <a:lstStyle/>
        <a:p>
          <a:endParaRPr lang="en-US"/>
        </a:p>
      </dgm:t>
    </dgm:pt>
    <dgm:pt modelId="{6C053438-F3F6-4A3C-B78E-5AFE94FEFB36}" type="sibTrans" cxnId="{58400B9E-8C8A-4A07-BF2D-94349E6AA3F2}">
      <dgm:prSet/>
      <dgm:spPr/>
      <dgm:t>
        <a:bodyPr/>
        <a:lstStyle/>
        <a:p>
          <a:endParaRPr lang="en-US"/>
        </a:p>
      </dgm:t>
    </dgm:pt>
    <dgm:pt modelId="{55FEC3E8-6B9C-4B13-AD57-BF2B26647EAD}">
      <dgm:prSet/>
      <dgm:spPr/>
      <dgm:t>
        <a:bodyPr/>
        <a:lstStyle/>
        <a:p>
          <a:r>
            <a:rPr lang="en-US"/>
            <a:t>6.  Communication and Interpretation</a:t>
          </a:r>
        </a:p>
      </dgm:t>
    </dgm:pt>
    <dgm:pt modelId="{89B04F7D-56AA-4677-8B6F-5A6EFDB91230}" type="parTrans" cxnId="{C821DD0A-A3BC-4923-842D-53519A0D7E20}">
      <dgm:prSet/>
      <dgm:spPr/>
      <dgm:t>
        <a:bodyPr/>
        <a:lstStyle/>
        <a:p>
          <a:endParaRPr lang="en-US"/>
        </a:p>
      </dgm:t>
    </dgm:pt>
    <dgm:pt modelId="{DA793D6C-2A6C-4858-82F3-72562D814957}" type="sibTrans" cxnId="{C821DD0A-A3BC-4923-842D-53519A0D7E20}">
      <dgm:prSet/>
      <dgm:spPr/>
      <dgm:t>
        <a:bodyPr/>
        <a:lstStyle/>
        <a:p>
          <a:endParaRPr lang="en-US"/>
        </a:p>
      </dgm:t>
    </dgm:pt>
    <dgm:pt modelId="{1B070962-06BF-4355-A809-CB6AB365039F}">
      <dgm:prSet/>
      <dgm:spPr/>
      <dgm:t>
        <a:bodyPr/>
        <a:lstStyle/>
        <a:p>
          <a:r>
            <a:rPr lang="en-US"/>
            <a:t>7.  Implementation and Monitoring</a:t>
          </a:r>
        </a:p>
      </dgm:t>
    </dgm:pt>
    <dgm:pt modelId="{9F7BFB7B-A7B6-4C53-8FB3-0560EC9DD38A}" type="parTrans" cxnId="{42D2B9D2-D5DB-4DF5-A9C8-375BE6B5042C}">
      <dgm:prSet/>
      <dgm:spPr/>
      <dgm:t>
        <a:bodyPr/>
        <a:lstStyle/>
        <a:p>
          <a:endParaRPr lang="en-US"/>
        </a:p>
      </dgm:t>
    </dgm:pt>
    <dgm:pt modelId="{86008032-DFAF-4A8D-9028-E9588FD6F695}" type="sibTrans" cxnId="{42D2B9D2-D5DB-4DF5-A9C8-375BE6B5042C}">
      <dgm:prSet/>
      <dgm:spPr/>
      <dgm:t>
        <a:bodyPr/>
        <a:lstStyle/>
        <a:p>
          <a:endParaRPr lang="en-US"/>
        </a:p>
      </dgm:t>
    </dgm:pt>
    <dgm:pt modelId="{2BA2AFF5-6CCE-4A58-B40C-C86F7A2BF3A6}" type="pres">
      <dgm:prSet presAssocID="{C5DFA739-061B-4BE2-88F0-9515C2C51BBC}" presName="Name0" presStyleCnt="0">
        <dgm:presLayoutVars>
          <dgm:dir/>
          <dgm:resizeHandles val="exact"/>
        </dgm:presLayoutVars>
      </dgm:prSet>
      <dgm:spPr/>
    </dgm:pt>
    <dgm:pt modelId="{BA9FC5EE-AA5B-436A-8F12-8CA2E2134013}" type="pres">
      <dgm:prSet presAssocID="{7606BA4B-367C-429A-981B-B3EA16719646}" presName="node" presStyleLbl="node1" presStyleIdx="0" presStyleCnt="7">
        <dgm:presLayoutVars>
          <dgm:bulletEnabled val="1"/>
        </dgm:presLayoutVars>
      </dgm:prSet>
      <dgm:spPr/>
    </dgm:pt>
    <dgm:pt modelId="{F593B9D9-1FC4-46E6-9628-15F61F3C50FA}" type="pres">
      <dgm:prSet presAssocID="{FA18DA87-7BCC-4096-8719-466F50F2561C}" presName="sibTrans" presStyleLbl="sibTrans1D1" presStyleIdx="0" presStyleCnt="6"/>
      <dgm:spPr/>
    </dgm:pt>
    <dgm:pt modelId="{5843C176-F5B9-46C5-84F5-8413A304087A}" type="pres">
      <dgm:prSet presAssocID="{FA18DA87-7BCC-4096-8719-466F50F2561C}" presName="connectorText" presStyleLbl="sibTrans1D1" presStyleIdx="0" presStyleCnt="6"/>
      <dgm:spPr/>
    </dgm:pt>
    <dgm:pt modelId="{6F9DDADB-C438-4EB6-8761-DD2A5620C2DA}" type="pres">
      <dgm:prSet presAssocID="{F7D8700F-ABEB-448B-9F5B-465EF53385A0}" presName="node" presStyleLbl="node1" presStyleIdx="1" presStyleCnt="7">
        <dgm:presLayoutVars>
          <dgm:bulletEnabled val="1"/>
        </dgm:presLayoutVars>
      </dgm:prSet>
      <dgm:spPr/>
    </dgm:pt>
    <dgm:pt modelId="{0D6DF611-D65A-4DBC-9B3D-2B5DF98CF729}" type="pres">
      <dgm:prSet presAssocID="{48501197-F341-4141-83FA-E7DF51375161}" presName="sibTrans" presStyleLbl="sibTrans1D1" presStyleIdx="1" presStyleCnt="6"/>
      <dgm:spPr/>
    </dgm:pt>
    <dgm:pt modelId="{BB2EF17F-DFD3-4267-93C1-C136ED69A516}" type="pres">
      <dgm:prSet presAssocID="{48501197-F341-4141-83FA-E7DF51375161}" presName="connectorText" presStyleLbl="sibTrans1D1" presStyleIdx="1" presStyleCnt="6"/>
      <dgm:spPr/>
    </dgm:pt>
    <dgm:pt modelId="{C4445CE1-4F80-4174-8252-F800D1A987E5}" type="pres">
      <dgm:prSet presAssocID="{6237C069-F332-450C-853F-24552E512F09}" presName="node" presStyleLbl="node1" presStyleIdx="2" presStyleCnt="7">
        <dgm:presLayoutVars>
          <dgm:bulletEnabled val="1"/>
        </dgm:presLayoutVars>
      </dgm:prSet>
      <dgm:spPr/>
    </dgm:pt>
    <dgm:pt modelId="{C1105FC6-1FE5-4122-9F15-E7840DE197A8}" type="pres">
      <dgm:prSet presAssocID="{9944FD75-D2EB-4202-A311-178FC1B1CAD5}" presName="sibTrans" presStyleLbl="sibTrans1D1" presStyleIdx="2" presStyleCnt="6"/>
      <dgm:spPr/>
    </dgm:pt>
    <dgm:pt modelId="{100FF5BF-F2AB-4092-81EA-314BBA00E127}" type="pres">
      <dgm:prSet presAssocID="{9944FD75-D2EB-4202-A311-178FC1B1CAD5}" presName="connectorText" presStyleLbl="sibTrans1D1" presStyleIdx="2" presStyleCnt="6"/>
      <dgm:spPr/>
    </dgm:pt>
    <dgm:pt modelId="{9186915B-5764-40D9-9133-346C596A811A}" type="pres">
      <dgm:prSet presAssocID="{9862AAEA-6E92-4CD3-8544-BF74FE2DAA91}" presName="node" presStyleLbl="node1" presStyleIdx="3" presStyleCnt="7">
        <dgm:presLayoutVars>
          <dgm:bulletEnabled val="1"/>
        </dgm:presLayoutVars>
      </dgm:prSet>
      <dgm:spPr/>
    </dgm:pt>
    <dgm:pt modelId="{951CD684-A6B3-4E5B-9DCF-ED2690B80627}" type="pres">
      <dgm:prSet presAssocID="{2478DFAE-E54C-4007-B916-9A15D5D3F4C3}" presName="sibTrans" presStyleLbl="sibTrans1D1" presStyleIdx="3" presStyleCnt="6"/>
      <dgm:spPr/>
    </dgm:pt>
    <dgm:pt modelId="{90A313C5-1887-401E-A92B-60B8DE611914}" type="pres">
      <dgm:prSet presAssocID="{2478DFAE-E54C-4007-B916-9A15D5D3F4C3}" presName="connectorText" presStyleLbl="sibTrans1D1" presStyleIdx="3" presStyleCnt="6"/>
      <dgm:spPr/>
    </dgm:pt>
    <dgm:pt modelId="{38D94D57-4A5C-42A0-9B9F-CE80E8F192D9}" type="pres">
      <dgm:prSet presAssocID="{52597812-BB42-42A5-9ADF-189553F6C9E4}" presName="node" presStyleLbl="node1" presStyleIdx="4" presStyleCnt="7">
        <dgm:presLayoutVars>
          <dgm:bulletEnabled val="1"/>
        </dgm:presLayoutVars>
      </dgm:prSet>
      <dgm:spPr/>
    </dgm:pt>
    <dgm:pt modelId="{458CF8A0-2BB8-4B7E-A785-35D565585D36}" type="pres">
      <dgm:prSet presAssocID="{6C053438-F3F6-4A3C-B78E-5AFE94FEFB36}" presName="sibTrans" presStyleLbl="sibTrans1D1" presStyleIdx="4" presStyleCnt="6"/>
      <dgm:spPr/>
    </dgm:pt>
    <dgm:pt modelId="{7F96801F-ECE9-4C89-A430-30876886A661}" type="pres">
      <dgm:prSet presAssocID="{6C053438-F3F6-4A3C-B78E-5AFE94FEFB36}" presName="connectorText" presStyleLbl="sibTrans1D1" presStyleIdx="4" presStyleCnt="6"/>
      <dgm:spPr/>
    </dgm:pt>
    <dgm:pt modelId="{D5393774-7F1A-4E44-BED6-F7C02F20BCEA}" type="pres">
      <dgm:prSet presAssocID="{55FEC3E8-6B9C-4B13-AD57-BF2B26647EAD}" presName="node" presStyleLbl="node1" presStyleIdx="5" presStyleCnt="7">
        <dgm:presLayoutVars>
          <dgm:bulletEnabled val="1"/>
        </dgm:presLayoutVars>
      </dgm:prSet>
      <dgm:spPr/>
    </dgm:pt>
    <dgm:pt modelId="{12BB3027-5822-47B3-A51C-315437977FDA}" type="pres">
      <dgm:prSet presAssocID="{DA793D6C-2A6C-4858-82F3-72562D814957}" presName="sibTrans" presStyleLbl="sibTrans1D1" presStyleIdx="5" presStyleCnt="6"/>
      <dgm:spPr/>
    </dgm:pt>
    <dgm:pt modelId="{6772F5E6-E34E-4AF3-ABD0-E510804CB3F2}" type="pres">
      <dgm:prSet presAssocID="{DA793D6C-2A6C-4858-82F3-72562D814957}" presName="connectorText" presStyleLbl="sibTrans1D1" presStyleIdx="5" presStyleCnt="6"/>
      <dgm:spPr/>
    </dgm:pt>
    <dgm:pt modelId="{68A84837-46F9-4DBE-905F-7B50BA7CA315}" type="pres">
      <dgm:prSet presAssocID="{1B070962-06BF-4355-A809-CB6AB365039F}" presName="node" presStyleLbl="node1" presStyleIdx="6" presStyleCnt="7">
        <dgm:presLayoutVars>
          <dgm:bulletEnabled val="1"/>
        </dgm:presLayoutVars>
      </dgm:prSet>
      <dgm:spPr/>
    </dgm:pt>
  </dgm:ptLst>
  <dgm:cxnLst>
    <dgm:cxn modelId="{133E8602-B0DD-4DB3-A96B-A0B2A0335166}" type="presOf" srcId="{FA18DA87-7BCC-4096-8719-466F50F2561C}" destId="{F593B9D9-1FC4-46E6-9628-15F61F3C50FA}" srcOrd="0" destOrd="0" presId="urn:microsoft.com/office/officeart/2016/7/layout/RepeatingBendingProcessNew"/>
    <dgm:cxn modelId="{449E1C04-15FA-4A33-8CED-E2E390CA952B}" type="presOf" srcId="{DA793D6C-2A6C-4858-82F3-72562D814957}" destId="{12BB3027-5822-47B3-A51C-315437977FDA}" srcOrd="0" destOrd="0" presId="urn:microsoft.com/office/officeart/2016/7/layout/RepeatingBendingProcessNew"/>
    <dgm:cxn modelId="{C821DD0A-A3BC-4923-842D-53519A0D7E20}" srcId="{C5DFA739-061B-4BE2-88F0-9515C2C51BBC}" destId="{55FEC3E8-6B9C-4B13-AD57-BF2B26647EAD}" srcOrd="5" destOrd="0" parTransId="{89B04F7D-56AA-4677-8B6F-5A6EFDB91230}" sibTransId="{DA793D6C-2A6C-4858-82F3-72562D814957}"/>
    <dgm:cxn modelId="{4FBF190B-BB21-4FE2-A59E-1FA1C8DE36D2}" type="presOf" srcId="{48501197-F341-4141-83FA-E7DF51375161}" destId="{0D6DF611-D65A-4DBC-9B3D-2B5DF98CF729}" srcOrd="0" destOrd="0" presId="urn:microsoft.com/office/officeart/2016/7/layout/RepeatingBendingProcessNew"/>
    <dgm:cxn modelId="{4D8DE90E-CE81-49D2-A9BE-7447AF94D672}" type="presOf" srcId="{1B070962-06BF-4355-A809-CB6AB365039F}" destId="{68A84837-46F9-4DBE-905F-7B50BA7CA315}" srcOrd="0" destOrd="0" presId="urn:microsoft.com/office/officeart/2016/7/layout/RepeatingBendingProcessNew"/>
    <dgm:cxn modelId="{D8CB9C22-0AA0-4DAC-9616-17CC94D89CA7}" type="presOf" srcId="{52597812-BB42-42A5-9ADF-189553F6C9E4}" destId="{38D94D57-4A5C-42A0-9B9F-CE80E8F192D9}" srcOrd="0" destOrd="0" presId="urn:microsoft.com/office/officeart/2016/7/layout/RepeatingBendingProcessNew"/>
    <dgm:cxn modelId="{B2BFA126-2AAD-40E4-9FA4-A6A977F98C55}" type="presOf" srcId="{9944FD75-D2EB-4202-A311-178FC1B1CAD5}" destId="{100FF5BF-F2AB-4092-81EA-314BBA00E127}" srcOrd="1" destOrd="0" presId="urn:microsoft.com/office/officeart/2016/7/layout/RepeatingBendingProcessNew"/>
    <dgm:cxn modelId="{DA4FCE3C-77E1-44CF-954F-4CE182EE7675}" type="presOf" srcId="{6C053438-F3F6-4A3C-B78E-5AFE94FEFB36}" destId="{458CF8A0-2BB8-4B7E-A785-35D565585D36}" srcOrd="0" destOrd="0" presId="urn:microsoft.com/office/officeart/2016/7/layout/RepeatingBendingProcessNew"/>
    <dgm:cxn modelId="{F1A46B5C-0230-41DD-8A05-5F90D044C555}" type="presOf" srcId="{6237C069-F332-450C-853F-24552E512F09}" destId="{C4445CE1-4F80-4174-8252-F800D1A987E5}" srcOrd="0" destOrd="0" presId="urn:microsoft.com/office/officeart/2016/7/layout/RepeatingBendingProcessNew"/>
    <dgm:cxn modelId="{DEBAFC50-85C4-45E3-9A6C-9C1722A560B3}" type="presOf" srcId="{F7D8700F-ABEB-448B-9F5B-465EF53385A0}" destId="{6F9DDADB-C438-4EB6-8761-DD2A5620C2DA}" srcOrd="0" destOrd="0" presId="urn:microsoft.com/office/officeart/2016/7/layout/RepeatingBendingProcessNew"/>
    <dgm:cxn modelId="{0F81C28C-4A65-4D6B-8C4B-60C8DB411072}" srcId="{C5DFA739-061B-4BE2-88F0-9515C2C51BBC}" destId="{6237C069-F332-450C-853F-24552E512F09}" srcOrd="2" destOrd="0" parTransId="{32703F0E-2A99-4D0E-AEDE-F41E9CBE799E}" sibTransId="{9944FD75-D2EB-4202-A311-178FC1B1CAD5}"/>
    <dgm:cxn modelId="{5AB4FA94-2377-4349-B7DA-FEE417113249}" type="presOf" srcId="{55FEC3E8-6B9C-4B13-AD57-BF2B26647EAD}" destId="{D5393774-7F1A-4E44-BED6-F7C02F20BCEA}" srcOrd="0" destOrd="0" presId="urn:microsoft.com/office/officeart/2016/7/layout/RepeatingBendingProcessNew"/>
    <dgm:cxn modelId="{DF745A9D-E8E0-47C5-820A-6C595C71A910}" srcId="{C5DFA739-061B-4BE2-88F0-9515C2C51BBC}" destId="{7606BA4B-367C-429A-981B-B3EA16719646}" srcOrd="0" destOrd="0" parTransId="{EB6B88DE-8713-4480-B155-58B1CA4BE70A}" sibTransId="{FA18DA87-7BCC-4096-8719-466F50F2561C}"/>
    <dgm:cxn modelId="{58400B9E-8C8A-4A07-BF2D-94349E6AA3F2}" srcId="{C5DFA739-061B-4BE2-88F0-9515C2C51BBC}" destId="{52597812-BB42-42A5-9ADF-189553F6C9E4}" srcOrd="4" destOrd="0" parTransId="{D254E288-9192-44BA-9B99-E37B42F0969F}" sibTransId="{6C053438-F3F6-4A3C-B78E-5AFE94FEFB36}"/>
    <dgm:cxn modelId="{0852CFA1-DAE6-4769-B865-9DA5088F665B}" type="presOf" srcId="{DA793D6C-2A6C-4858-82F3-72562D814957}" destId="{6772F5E6-E34E-4AF3-ABD0-E510804CB3F2}" srcOrd="1" destOrd="0" presId="urn:microsoft.com/office/officeart/2016/7/layout/RepeatingBendingProcessNew"/>
    <dgm:cxn modelId="{E37E40A7-06CB-486F-B7E5-A577CC654C4B}" type="presOf" srcId="{C5DFA739-061B-4BE2-88F0-9515C2C51BBC}" destId="{2BA2AFF5-6CCE-4A58-B40C-C86F7A2BF3A6}" srcOrd="0" destOrd="0" presId="urn:microsoft.com/office/officeart/2016/7/layout/RepeatingBendingProcessNew"/>
    <dgm:cxn modelId="{A2DD30A8-A832-4703-A9A2-799B98A232CE}" type="presOf" srcId="{9862AAEA-6E92-4CD3-8544-BF74FE2DAA91}" destId="{9186915B-5764-40D9-9133-346C596A811A}" srcOrd="0" destOrd="0" presId="urn:microsoft.com/office/officeart/2016/7/layout/RepeatingBendingProcessNew"/>
    <dgm:cxn modelId="{DBA3DFA9-FC29-432C-AB4A-26216B3D17BB}" srcId="{C5DFA739-061B-4BE2-88F0-9515C2C51BBC}" destId="{F7D8700F-ABEB-448B-9F5B-465EF53385A0}" srcOrd="1" destOrd="0" parTransId="{BAB1A1CC-6559-4C52-A7C5-3A524EC7FFF3}" sibTransId="{48501197-F341-4141-83FA-E7DF51375161}"/>
    <dgm:cxn modelId="{03E352B4-A8B7-4142-9F8B-F567B68DE8AC}" type="presOf" srcId="{7606BA4B-367C-429A-981B-B3EA16719646}" destId="{BA9FC5EE-AA5B-436A-8F12-8CA2E2134013}" srcOrd="0" destOrd="0" presId="urn:microsoft.com/office/officeart/2016/7/layout/RepeatingBendingProcessNew"/>
    <dgm:cxn modelId="{DFE5ECB7-4A5A-401C-97FB-F4425D93D87A}" type="presOf" srcId="{FA18DA87-7BCC-4096-8719-466F50F2561C}" destId="{5843C176-F5B9-46C5-84F5-8413A304087A}" srcOrd="1" destOrd="0" presId="urn:microsoft.com/office/officeart/2016/7/layout/RepeatingBendingProcessNew"/>
    <dgm:cxn modelId="{C73FD3C3-9FDA-4312-B2DD-36E3F0CC0F90}" type="presOf" srcId="{2478DFAE-E54C-4007-B916-9A15D5D3F4C3}" destId="{951CD684-A6B3-4E5B-9DCF-ED2690B80627}" srcOrd="0" destOrd="0" presId="urn:microsoft.com/office/officeart/2016/7/layout/RepeatingBendingProcessNew"/>
    <dgm:cxn modelId="{24AE07C4-EE7F-41E5-A075-DCE16A0F0B48}" type="presOf" srcId="{48501197-F341-4141-83FA-E7DF51375161}" destId="{BB2EF17F-DFD3-4267-93C1-C136ED69A516}" srcOrd="1" destOrd="0" presId="urn:microsoft.com/office/officeart/2016/7/layout/RepeatingBendingProcessNew"/>
    <dgm:cxn modelId="{FB248BC4-3DA6-400B-9AD7-4E7C5B17284D}" type="presOf" srcId="{2478DFAE-E54C-4007-B916-9A15D5D3F4C3}" destId="{90A313C5-1887-401E-A92B-60B8DE611914}" srcOrd="1" destOrd="0" presId="urn:microsoft.com/office/officeart/2016/7/layout/RepeatingBendingProcessNew"/>
    <dgm:cxn modelId="{2949A3CA-3115-4BCD-AF43-B96090F3D761}" srcId="{C5DFA739-061B-4BE2-88F0-9515C2C51BBC}" destId="{9862AAEA-6E92-4CD3-8544-BF74FE2DAA91}" srcOrd="3" destOrd="0" parTransId="{15AF2162-47DC-4047-BB15-DEBE405C479A}" sibTransId="{2478DFAE-E54C-4007-B916-9A15D5D3F4C3}"/>
    <dgm:cxn modelId="{42D2B9D2-D5DB-4DF5-A9C8-375BE6B5042C}" srcId="{C5DFA739-061B-4BE2-88F0-9515C2C51BBC}" destId="{1B070962-06BF-4355-A809-CB6AB365039F}" srcOrd="6" destOrd="0" parTransId="{9F7BFB7B-A7B6-4C53-8FB3-0560EC9DD38A}" sibTransId="{86008032-DFAF-4A8D-9028-E9588FD6F695}"/>
    <dgm:cxn modelId="{9CC88EDC-159C-4783-9439-FA532DD948F1}" type="presOf" srcId="{6C053438-F3F6-4A3C-B78E-5AFE94FEFB36}" destId="{7F96801F-ECE9-4C89-A430-30876886A661}" srcOrd="1" destOrd="0" presId="urn:microsoft.com/office/officeart/2016/7/layout/RepeatingBendingProcessNew"/>
    <dgm:cxn modelId="{B1587EE5-E559-49F9-B58C-267D25A5DA41}" type="presOf" srcId="{9944FD75-D2EB-4202-A311-178FC1B1CAD5}" destId="{C1105FC6-1FE5-4122-9F15-E7840DE197A8}" srcOrd="0" destOrd="0" presId="urn:microsoft.com/office/officeart/2016/7/layout/RepeatingBendingProcessNew"/>
    <dgm:cxn modelId="{A1303DB9-1E07-482F-9240-64C5D0823006}" type="presParOf" srcId="{2BA2AFF5-6CCE-4A58-B40C-C86F7A2BF3A6}" destId="{BA9FC5EE-AA5B-436A-8F12-8CA2E2134013}" srcOrd="0" destOrd="0" presId="urn:microsoft.com/office/officeart/2016/7/layout/RepeatingBendingProcessNew"/>
    <dgm:cxn modelId="{79FF4A76-3982-4BDE-B675-55B6AD8F24B5}" type="presParOf" srcId="{2BA2AFF5-6CCE-4A58-B40C-C86F7A2BF3A6}" destId="{F593B9D9-1FC4-46E6-9628-15F61F3C50FA}" srcOrd="1" destOrd="0" presId="urn:microsoft.com/office/officeart/2016/7/layout/RepeatingBendingProcessNew"/>
    <dgm:cxn modelId="{97112532-FE53-49AD-8D4A-5928167BB582}" type="presParOf" srcId="{F593B9D9-1FC4-46E6-9628-15F61F3C50FA}" destId="{5843C176-F5B9-46C5-84F5-8413A304087A}" srcOrd="0" destOrd="0" presId="urn:microsoft.com/office/officeart/2016/7/layout/RepeatingBendingProcessNew"/>
    <dgm:cxn modelId="{BC4F193D-78B5-4E1B-B246-547D2D0A0F52}" type="presParOf" srcId="{2BA2AFF5-6CCE-4A58-B40C-C86F7A2BF3A6}" destId="{6F9DDADB-C438-4EB6-8761-DD2A5620C2DA}" srcOrd="2" destOrd="0" presId="urn:microsoft.com/office/officeart/2016/7/layout/RepeatingBendingProcessNew"/>
    <dgm:cxn modelId="{F2E14A8D-DC51-43AD-9DBE-56FFCD737CF2}" type="presParOf" srcId="{2BA2AFF5-6CCE-4A58-B40C-C86F7A2BF3A6}" destId="{0D6DF611-D65A-4DBC-9B3D-2B5DF98CF729}" srcOrd="3" destOrd="0" presId="urn:microsoft.com/office/officeart/2016/7/layout/RepeatingBendingProcessNew"/>
    <dgm:cxn modelId="{9C84E58D-F41E-4836-B6C5-5155F79E9239}" type="presParOf" srcId="{0D6DF611-D65A-4DBC-9B3D-2B5DF98CF729}" destId="{BB2EF17F-DFD3-4267-93C1-C136ED69A516}" srcOrd="0" destOrd="0" presId="urn:microsoft.com/office/officeart/2016/7/layout/RepeatingBendingProcessNew"/>
    <dgm:cxn modelId="{48EE9076-74BA-489E-8FA2-DC6C364184A6}" type="presParOf" srcId="{2BA2AFF5-6CCE-4A58-B40C-C86F7A2BF3A6}" destId="{C4445CE1-4F80-4174-8252-F800D1A987E5}" srcOrd="4" destOrd="0" presId="urn:microsoft.com/office/officeart/2016/7/layout/RepeatingBendingProcessNew"/>
    <dgm:cxn modelId="{2097D7BD-7A8F-4745-A7A0-1F6762726F47}" type="presParOf" srcId="{2BA2AFF5-6CCE-4A58-B40C-C86F7A2BF3A6}" destId="{C1105FC6-1FE5-4122-9F15-E7840DE197A8}" srcOrd="5" destOrd="0" presId="urn:microsoft.com/office/officeart/2016/7/layout/RepeatingBendingProcessNew"/>
    <dgm:cxn modelId="{3E4D0220-4E96-4445-85C8-A364F9A7DD45}" type="presParOf" srcId="{C1105FC6-1FE5-4122-9F15-E7840DE197A8}" destId="{100FF5BF-F2AB-4092-81EA-314BBA00E127}" srcOrd="0" destOrd="0" presId="urn:microsoft.com/office/officeart/2016/7/layout/RepeatingBendingProcessNew"/>
    <dgm:cxn modelId="{DB8B9A1A-4EA4-4019-A2C2-D37BBD118A28}" type="presParOf" srcId="{2BA2AFF5-6CCE-4A58-B40C-C86F7A2BF3A6}" destId="{9186915B-5764-40D9-9133-346C596A811A}" srcOrd="6" destOrd="0" presId="urn:microsoft.com/office/officeart/2016/7/layout/RepeatingBendingProcessNew"/>
    <dgm:cxn modelId="{D81F6B73-759C-4A21-B48D-7C1976A7D27F}" type="presParOf" srcId="{2BA2AFF5-6CCE-4A58-B40C-C86F7A2BF3A6}" destId="{951CD684-A6B3-4E5B-9DCF-ED2690B80627}" srcOrd="7" destOrd="0" presId="urn:microsoft.com/office/officeart/2016/7/layout/RepeatingBendingProcessNew"/>
    <dgm:cxn modelId="{EC5F4D18-8404-46B3-A035-C5B0CD8463D7}" type="presParOf" srcId="{951CD684-A6B3-4E5B-9DCF-ED2690B80627}" destId="{90A313C5-1887-401E-A92B-60B8DE611914}" srcOrd="0" destOrd="0" presId="urn:microsoft.com/office/officeart/2016/7/layout/RepeatingBendingProcessNew"/>
    <dgm:cxn modelId="{6660C934-C5AE-41F2-AD18-41F93627E3CC}" type="presParOf" srcId="{2BA2AFF5-6CCE-4A58-B40C-C86F7A2BF3A6}" destId="{38D94D57-4A5C-42A0-9B9F-CE80E8F192D9}" srcOrd="8" destOrd="0" presId="urn:microsoft.com/office/officeart/2016/7/layout/RepeatingBendingProcessNew"/>
    <dgm:cxn modelId="{FA831214-6992-4D76-B6CA-46FB06E09FC8}" type="presParOf" srcId="{2BA2AFF5-6CCE-4A58-B40C-C86F7A2BF3A6}" destId="{458CF8A0-2BB8-4B7E-A785-35D565585D36}" srcOrd="9" destOrd="0" presId="urn:microsoft.com/office/officeart/2016/7/layout/RepeatingBendingProcessNew"/>
    <dgm:cxn modelId="{9C748398-F5E6-44FC-BC39-8F2A7949E4F1}" type="presParOf" srcId="{458CF8A0-2BB8-4B7E-A785-35D565585D36}" destId="{7F96801F-ECE9-4C89-A430-30876886A661}" srcOrd="0" destOrd="0" presId="urn:microsoft.com/office/officeart/2016/7/layout/RepeatingBendingProcessNew"/>
    <dgm:cxn modelId="{B5E8D666-E02C-4B86-9C72-A6CCE260709A}" type="presParOf" srcId="{2BA2AFF5-6CCE-4A58-B40C-C86F7A2BF3A6}" destId="{D5393774-7F1A-4E44-BED6-F7C02F20BCEA}" srcOrd="10" destOrd="0" presId="urn:microsoft.com/office/officeart/2016/7/layout/RepeatingBendingProcessNew"/>
    <dgm:cxn modelId="{842A5825-8786-4F62-B04A-2263E0233A91}" type="presParOf" srcId="{2BA2AFF5-6CCE-4A58-B40C-C86F7A2BF3A6}" destId="{12BB3027-5822-47B3-A51C-315437977FDA}" srcOrd="11" destOrd="0" presId="urn:microsoft.com/office/officeart/2016/7/layout/RepeatingBendingProcessNew"/>
    <dgm:cxn modelId="{454180EA-2C8B-4AB3-9312-AC07C0666768}" type="presParOf" srcId="{12BB3027-5822-47B3-A51C-315437977FDA}" destId="{6772F5E6-E34E-4AF3-ABD0-E510804CB3F2}" srcOrd="0" destOrd="0" presId="urn:microsoft.com/office/officeart/2016/7/layout/RepeatingBendingProcessNew"/>
    <dgm:cxn modelId="{5651F27F-7273-4504-BD2B-F61AFCC3F963}" type="presParOf" srcId="{2BA2AFF5-6CCE-4A58-B40C-C86F7A2BF3A6}" destId="{68A84837-46F9-4DBE-905F-7B50BA7CA315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7D98E46-56A6-4988-8A50-1180F31CB0BB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CFA3366-1C92-4D06-BC27-20DCBA9CA74C}">
      <dgm:prSet/>
      <dgm:spPr/>
      <dgm:t>
        <a:bodyPr/>
        <a:lstStyle/>
        <a:p>
          <a:r>
            <a:rPr lang="en-US"/>
            <a:t>Graphical Representation of Data &amp; Information</a:t>
          </a:r>
        </a:p>
      </dgm:t>
    </dgm:pt>
    <dgm:pt modelId="{DF9828EC-4F77-4CA5-9EAF-8E3C8CF289D7}" type="parTrans" cxnId="{6B872AEC-B372-4518-819D-74EAFF822D6B}">
      <dgm:prSet/>
      <dgm:spPr/>
      <dgm:t>
        <a:bodyPr/>
        <a:lstStyle/>
        <a:p>
          <a:endParaRPr lang="en-US"/>
        </a:p>
      </dgm:t>
    </dgm:pt>
    <dgm:pt modelId="{BCE685B5-8C84-4A3D-A68B-C60CAF09C70F}" type="sibTrans" cxnId="{6B872AEC-B372-4518-819D-74EAFF822D6B}">
      <dgm:prSet/>
      <dgm:spPr/>
      <dgm:t>
        <a:bodyPr/>
        <a:lstStyle/>
        <a:p>
          <a:endParaRPr lang="en-US"/>
        </a:p>
      </dgm:t>
    </dgm:pt>
    <dgm:pt modelId="{29567786-E301-47EB-BDF5-820B1485B6A4}">
      <dgm:prSet/>
      <dgm:spPr/>
      <dgm:t>
        <a:bodyPr/>
        <a:lstStyle/>
        <a:p>
          <a:r>
            <a:rPr lang="en-US"/>
            <a:t>Uses Charts, Graphs, Maps, etc.</a:t>
          </a:r>
        </a:p>
      </dgm:t>
    </dgm:pt>
    <dgm:pt modelId="{3C8E5A3F-ADAC-49AF-9CC7-2C0BD4AD1A0A}" type="parTrans" cxnId="{D3C80EAD-B8EB-49C1-9970-3DEAB38F6ED0}">
      <dgm:prSet/>
      <dgm:spPr/>
      <dgm:t>
        <a:bodyPr/>
        <a:lstStyle/>
        <a:p>
          <a:endParaRPr lang="en-US"/>
        </a:p>
      </dgm:t>
    </dgm:pt>
    <dgm:pt modelId="{D484D8EF-D728-4940-BA44-4094446F0021}" type="sibTrans" cxnId="{D3C80EAD-B8EB-49C1-9970-3DEAB38F6ED0}">
      <dgm:prSet/>
      <dgm:spPr/>
      <dgm:t>
        <a:bodyPr/>
        <a:lstStyle/>
        <a:p>
          <a:endParaRPr lang="en-US"/>
        </a:p>
      </dgm:t>
    </dgm:pt>
    <dgm:pt modelId="{800C8CF1-EBAD-4ED2-9907-745D2660C7D7}">
      <dgm:prSet/>
      <dgm:spPr/>
      <dgm:t>
        <a:bodyPr/>
        <a:lstStyle/>
        <a:p>
          <a:r>
            <a:rPr lang="en-US"/>
            <a:t>Makes Complex Information Easier to Understand</a:t>
          </a:r>
        </a:p>
      </dgm:t>
    </dgm:pt>
    <dgm:pt modelId="{66EFE5EB-A367-4E86-B7FD-F7F28EEA1C6D}" type="parTrans" cxnId="{9FF553B3-4ABF-4747-958A-248AFB8908F2}">
      <dgm:prSet/>
      <dgm:spPr/>
      <dgm:t>
        <a:bodyPr/>
        <a:lstStyle/>
        <a:p>
          <a:endParaRPr lang="en-US"/>
        </a:p>
      </dgm:t>
    </dgm:pt>
    <dgm:pt modelId="{15CF3E1A-7DDD-4895-BA2C-1147E57064A1}" type="sibTrans" cxnId="{9FF553B3-4ABF-4747-958A-248AFB8908F2}">
      <dgm:prSet/>
      <dgm:spPr/>
      <dgm:t>
        <a:bodyPr/>
        <a:lstStyle/>
        <a:p>
          <a:endParaRPr lang="en-US"/>
        </a:p>
      </dgm:t>
    </dgm:pt>
    <dgm:pt modelId="{777B4027-4861-4FBF-AA2C-3A5DC747F232}">
      <dgm:prSet/>
      <dgm:spPr/>
      <dgm:t>
        <a:bodyPr/>
        <a:lstStyle/>
        <a:p>
          <a:r>
            <a:rPr lang="en-US"/>
            <a:t>Bridges the Gap Between Data &amp; Human Understanding</a:t>
          </a:r>
        </a:p>
      </dgm:t>
    </dgm:pt>
    <dgm:pt modelId="{BB5A28BE-48BF-466E-8577-C1493A1EAFDC}" type="parTrans" cxnId="{A53B31C6-20ED-4219-98B6-4C8B743B6057}">
      <dgm:prSet/>
      <dgm:spPr/>
      <dgm:t>
        <a:bodyPr/>
        <a:lstStyle/>
        <a:p>
          <a:endParaRPr lang="en-US"/>
        </a:p>
      </dgm:t>
    </dgm:pt>
    <dgm:pt modelId="{4914B05E-E8F2-4406-8FB4-38842F6CA8EE}" type="sibTrans" cxnId="{A53B31C6-20ED-4219-98B6-4C8B743B6057}">
      <dgm:prSet/>
      <dgm:spPr/>
      <dgm:t>
        <a:bodyPr/>
        <a:lstStyle/>
        <a:p>
          <a:endParaRPr lang="en-US"/>
        </a:p>
      </dgm:t>
    </dgm:pt>
    <dgm:pt modelId="{93D41560-C5AA-4C7D-9D26-657D3C4C00BD}" type="pres">
      <dgm:prSet presAssocID="{87D98E46-56A6-4988-8A50-1180F31CB0BB}" presName="matrix" presStyleCnt="0">
        <dgm:presLayoutVars>
          <dgm:chMax val="1"/>
          <dgm:dir/>
          <dgm:resizeHandles val="exact"/>
        </dgm:presLayoutVars>
      </dgm:prSet>
      <dgm:spPr/>
    </dgm:pt>
    <dgm:pt modelId="{0CE9D311-6D8C-4819-B721-97A4DAFD1D81}" type="pres">
      <dgm:prSet presAssocID="{87D98E46-56A6-4988-8A50-1180F31CB0BB}" presName="diamond" presStyleLbl="bgShp" presStyleIdx="0" presStyleCnt="1"/>
      <dgm:spPr/>
    </dgm:pt>
    <dgm:pt modelId="{0AF07676-3AEB-4724-9B2E-EFB8177B620D}" type="pres">
      <dgm:prSet presAssocID="{87D98E46-56A6-4988-8A50-1180F31CB0B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45312BC-6A5C-4B26-8055-70419294A3ED}" type="pres">
      <dgm:prSet presAssocID="{87D98E46-56A6-4988-8A50-1180F31CB0B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B5E55FF-207A-4A5A-AEEF-8C1340A2A1F0}" type="pres">
      <dgm:prSet presAssocID="{87D98E46-56A6-4988-8A50-1180F31CB0B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E31532E-46F8-4C80-BC16-3E19B1D9CB99}" type="pres">
      <dgm:prSet presAssocID="{87D98E46-56A6-4988-8A50-1180F31CB0B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968D93E-C644-4272-B4D2-49AA35DEDA1D}" type="presOf" srcId="{29567786-E301-47EB-BDF5-820B1485B6A4}" destId="{445312BC-6A5C-4B26-8055-70419294A3ED}" srcOrd="0" destOrd="0" presId="urn:microsoft.com/office/officeart/2005/8/layout/matrix3"/>
    <dgm:cxn modelId="{4392B045-0144-41CD-B946-F6037E60FB89}" type="presOf" srcId="{777B4027-4861-4FBF-AA2C-3A5DC747F232}" destId="{DE31532E-46F8-4C80-BC16-3E19B1D9CB99}" srcOrd="0" destOrd="0" presId="urn:microsoft.com/office/officeart/2005/8/layout/matrix3"/>
    <dgm:cxn modelId="{D3C80EAD-B8EB-49C1-9970-3DEAB38F6ED0}" srcId="{87D98E46-56A6-4988-8A50-1180F31CB0BB}" destId="{29567786-E301-47EB-BDF5-820B1485B6A4}" srcOrd="1" destOrd="0" parTransId="{3C8E5A3F-ADAC-49AF-9CC7-2C0BD4AD1A0A}" sibTransId="{D484D8EF-D728-4940-BA44-4094446F0021}"/>
    <dgm:cxn modelId="{9FF553B3-4ABF-4747-958A-248AFB8908F2}" srcId="{87D98E46-56A6-4988-8A50-1180F31CB0BB}" destId="{800C8CF1-EBAD-4ED2-9907-745D2660C7D7}" srcOrd="2" destOrd="0" parTransId="{66EFE5EB-A367-4E86-B7FD-F7F28EEA1C6D}" sibTransId="{15CF3E1A-7DDD-4895-BA2C-1147E57064A1}"/>
    <dgm:cxn modelId="{5348AAB3-6C2F-4083-9255-0E580F1DE2F3}" type="presOf" srcId="{0CFA3366-1C92-4D06-BC27-20DCBA9CA74C}" destId="{0AF07676-3AEB-4724-9B2E-EFB8177B620D}" srcOrd="0" destOrd="0" presId="urn:microsoft.com/office/officeart/2005/8/layout/matrix3"/>
    <dgm:cxn modelId="{4F7CD6C2-C68E-4D94-ABCA-1D881BDDEE3C}" type="presOf" srcId="{800C8CF1-EBAD-4ED2-9907-745D2660C7D7}" destId="{5B5E55FF-207A-4A5A-AEEF-8C1340A2A1F0}" srcOrd="0" destOrd="0" presId="urn:microsoft.com/office/officeart/2005/8/layout/matrix3"/>
    <dgm:cxn modelId="{A53B31C6-20ED-4219-98B6-4C8B743B6057}" srcId="{87D98E46-56A6-4988-8A50-1180F31CB0BB}" destId="{777B4027-4861-4FBF-AA2C-3A5DC747F232}" srcOrd="3" destOrd="0" parTransId="{BB5A28BE-48BF-466E-8577-C1493A1EAFDC}" sibTransId="{4914B05E-E8F2-4406-8FB4-38842F6CA8EE}"/>
    <dgm:cxn modelId="{B65FB8D5-DD47-4BE7-8B92-8C5FBB7576E7}" type="presOf" srcId="{87D98E46-56A6-4988-8A50-1180F31CB0BB}" destId="{93D41560-C5AA-4C7D-9D26-657D3C4C00BD}" srcOrd="0" destOrd="0" presId="urn:microsoft.com/office/officeart/2005/8/layout/matrix3"/>
    <dgm:cxn modelId="{6B872AEC-B372-4518-819D-74EAFF822D6B}" srcId="{87D98E46-56A6-4988-8A50-1180F31CB0BB}" destId="{0CFA3366-1C92-4D06-BC27-20DCBA9CA74C}" srcOrd="0" destOrd="0" parTransId="{DF9828EC-4F77-4CA5-9EAF-8E3C8CF289D7}" sibTransId="{BCE685B5-8C84-4A3D-A68B-C60CAF09C70F}"/>
    <dgm:cxn modelId="{C754FE40-2822-4033-89AE-C40E1D22F210}" type="presParOf" srcId="{93D41560-C5AA-4C7D-9D26-657D3C4C00BD}" destId="{0CE9D311-6D8C-4819-B721-97A4DAFD1D81}" srcOrd="0" destOrd="0" presId="urn:microsoft.com/office/officeart/2005/8/layout/matrix3"/>
    <dgm:cxn modelId="{FDDFCA6D-EA99-4DA5-9C73-934A69D059F4}" type="presParOf" srcId="{93D41560-C5AA-4C7D-9D26-657D3C4C00BD}" destId="{0AF07676-3AEB-4724-9B2E-EFB8177B620D}" srcOrd="1" destOrd="0" presId="urn:microsoft.com/office/officeart/2005/8/layout/matrix3"/>
    <dgm:cxn modelId="{3610B800-D330-4909-8310-7F0FF7EEBBDF}" type="presParOf" srcId="{93D41560-C5AA-4C7D-9D26-657D3C4C00BD}" destId="{445312BC-6A5C-4B26-8055-70419294A3ED}" srcOrd="2" destOrd="0" presId="urn:microsoft.com/office/officeart/2005/8/layout/matrix3"/>
    <dgm:cxn modelId="{B5340AD2-469C-472D-A23A-5953F45BB18F}" type="presParOf" srcId="{93D41560-C5AA-4C7D-9D26-657D3C4C00BD}" destId="{5B5E55FF-207A-4A5A-AEEF-8C1340A2A1F0}" srcOrd="3" destOrd="0" presId="urn:microsoft.com/office/officeart/2005/8/layout/matrix3"/>
    <dgm:cxn modelId="{B381E3EB-45F5-426C-95F4-CA7DDFC29CEA}" type="presParOf" srcId="{93D41560-C5AA-4C7D-9D26-657D3C4C00BD}" destId="{DE31532E-46F8-4C80-BC16-3E19B1D9CB9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4ECF32-FFEE-49C2-8B63-9016C059422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D84A725-BF3B-422C-AD7C-7581EC21B0B4}">
      <dgm:prSet/>
      <dgm:spPr/>
      <dgm:t>
        <a:bodyPr/>
        <a:lstStyle/>
        <a:p>
          <a:r>
            <a:rPr lang="en-US"/>
            <a:t>Human Perception:   Fast Visual Processing</a:t>
          </a:r>
        </a:p>
      </dgm:t>
    </dgm:pt>
    <dgm:pt modelId="{B245D191-9211-40B4-8B76-F9B98AF1A6F4}" type="parTrans" cxnId="{5FE3E295-6104-4B87-B723-EAAEB7F70327}">
      <dgm:prSet/>
      <dgm:spPr/>
      <dgm:t>
        <a:bodyPr/>
        <a:lstStyle/>
        <a:p>
          <a:endParaRPr lang="en-US"/>
        </a:p>
      </dgm:t>
    </dgm:pt>
    <dgm:pt modelId="{751A0ECD-CBE6-4855-B526-5FD633EC5B04}" type="sibTrans" cxnId="{5FE3E295-6104-4B87-B723-EAAEB7F70327}">
      <dgm:prSet/>
      <dgm:spPr/>
      <dgm:t>
        <a:bodyPr/>
        <a:lstStyle/>
        <a:p>
          <a:endParaRPr lang="en-US"/>
        </a:p>
      </dgm:t>
    </dgm:pt>
    <dgm:pt modelId="{6968D8ED-E6D3-44F5-801D-AFD51D7AD969}">
      <dgm:prSet/>
      <dgm:spPr/>
      <dgm:t>
        <a:bodyPr/>
        <a:lstStyle/>
        <a:p>
          <a:r>
            <a:rPr lang="en-US"/>
            <a:t>Pattern Recognition:   Identify Trends, Outliers, Relationships</a:t>
          </a:r>
        </a:p>
      </dgm:t>
    </dgm:pt>
    <dgm:pt modelId="{0925DFEB-FF9F-4864-9004-29DD5B29C0CB}" type="parTrans" cxnId="{7CF5FA84-5060-4BBC-A292-310E7052B6C9}">
      <dgm:prSet/>
      <dgm:spPr/>
      <dgm:t>
        <a:bodyPr/>
        <a:lstStyle/>
        <a:p>
          <a:endParaRPr lang="en-US"/>
        </a:p>
      </dgm:t>
    </dgm:pt>
    <dgm:pt modelId="{8542AD9D-A27E-4191-A03A-9E4935A99CC7}" type="sibTrans" cxnId="{7CF5FA84-5060-4BBC-A292-310E7052B6C9}">
      <dgm:prSet/>
      <dgm:spPr/>
      <dgm:t>
        <a:bodyPr/>
        <a:lstStyle/>
        <a:p>
          <a:endParaRPr lang="en-US"/>
        </a:p>
      </dgm:t>
    </dgm:pt>
    <dgm:pt modelId="{681A8100-4A21-4EA2-AA6D-5C7C282F62F1}">
      <dgm:prSet/>
      <dgm:spPr/>
      <dgm:t>
        <a:bodyPr/>
        <a:lstStyle/>
        <a:p>
          <a:r>
            <a:rPr lang="en-US"/>
            <a:t>Storytelling:   Weave Narratives</a:t>
          </a:r>
        </a:p>
      </dgm:t>
    </dgm:pt>
    <dgm:pt modelId="{44C7E1FB-EE86-469C-BA00-12F2FD83B28B}" type="parTrans" cxnId="{9C5E96CF-DE58-4F97-876A-E5D872B30C7F}">
      <dgm:prSet/>
      <dgm:spPr/>
      <dgm:t>
        <a:bodyPr/>
        <a:lstStyle/>
        <a:p>
          <a:endParaRPr lang="en-US"/>
        </a:p>
      </dgm:t>
    </dgm:pt>
    <dgm:pt modelId="{971A0B60-65F7-4759-8F18-ED09053F6266}" type="sibTrans" cxnId="{9C5E96CF-DE58-4F97-876A-E5D872B30C7F}">
      <dgm:prSet/>
      <dgm:spPr/>
      <dgm:t>
        <a:bodyPr/>
        <a:lstStyle/>
        <a:p>
          <a:endParaRPr lang="en-US"/>
        </a:p>
      </dgm:t>
    </dgm:pt>
    <dgm:pt modelId="{18C62AEE-0A63-4183-87CD-4FFAD5761C15}">
      <dgm:prSet/>
      <dgm:spPr/>
      <dgm:t>
        <a:bodyPr/>
        <a:lstStyle/>
        <a:p>
          <a:r>
            <a:rPr lang="en-US"/>
            <a:t>Improved Communication:   Transcends Barriers</a:t>
          </a:r>
        </a:p>
      </dgm:t>
    </dgm:pt>
    <dgm:pt modelId="{27955EEF-810B-45EE-B8EC-14C7BA242C62}" type="parTrans" cxnId="{3976157B-2BA5-4619-8785-A5630F6DEFEB}">
      <dgm:prSet/>
      <dgm:spPr/>
      <dgm:t>
        <a:bodyPr/>
        <a:lstStyle/>
        <a:p>
          <a:endParaRPr lang="en-US"/>
        </a:p>
      </dgm:t>
    </dgm:pt>
    <dgm:pt modelId="{12BA38BD-1F68-46BD-8809-FB6534ABBD56}" type="sibTrans" cxnId="{3976157B-2BA5-4619-8785-A5630F6DEFEB}">
      <dgm:prSet/>
      <dgm:spPr/>
      <dgm:t>
        <a:bodyPr/>
        <a:lstStyle/>
        <a:p>
          <a:endParaRPr lang="en-US"/>
        </a:p>
      </dgm:t>
    </dgm:pt>
    <dgm:pt modelId="{80818466-ADD2-4E4A-9017-6D4B38E90DB2}">
      <dgm:prSet/>
      <dgm:spPr/>
      <dgm:t>
        <a:bodyPr/>
        <a:lstStyle/>
        <a:p>
          <a:r>
            <a:rPr lang="en-US"/>
            <a:t>Faster Decision-Making:   Clear Overview of the Data</a:t>
          </a:r>
        </a:p>
      </dgm:t>
    </dgm:pt>
    <dgm:pt modelId="{C58509E9-0D06-4334-A0B5-A811C187474B}" type="parTrans" cxnId="{82053682-3053-4E33-A0FC-5FF4D9AD9C4C}">
      <dgm:prSet/>
      <dgm:spPr/>
      <dgm:t>
        <a:bodyPr/>
        <a:lstStyle/>
        <a:p>
          <a:endParaRPr lang="en-US"/>
        </a:p>
      </dgm:t>
    </dgm:pt>
    <dgm:pt modelId="{BE5BA23B-DD47-4538-834E-4C21C9014D70}" type="sibTrans" cxnId="{82053682-3053-4E33-A0FC-5FF4D9AD9C4C}">
      <dgm:prSet/>
      <dgm:spPr/>
      <dgm:t>
        <a:bodyPr/>
        <a:lstStyle/>
        <a:p>
          <a:endParaRPr lang="en-US"/>
        </a:p>
      </dgm:t>
    </dgm:pt>
    <dgm:pt modelId="{6509FD3F-7B9A-4C8C-B426-5A7661301BEC}">
      <dgm:prSet/>
      <dgm:spPr/>
      <dgm:t>
        <a:bodyPr/>
        <a:lstStyle/>
        <a:p>
          <a:r>
            <a:rPr lang="en-US"/>
            <a:t>Exploration &amp; Discovery:   Interactive Experience</a:t>
          </a:r>
        </a:p>
      </dgm:t>
    </dgm:pt>
    <dgm:pt modelId="{92DDA62F-A999-481D-835C-CCDB95D84636}" type="parTrans" cxnId="{5593BAD6-3FF1-48F4-BBF7-01F85FA76340}">
      <dgm:prSet/>
      <dgm:spPr/>
      <dgm:t>
        <a:bodyPr/>
        <a:lstStyle/>
        <a:p>
          <a:endParaRPr lang="en-US"/>
        </a:p>
      </dgm:t>
    </dgm:pt>
    <dgm:pt modelId="{BA5BE193-9C0D-46C6-9D44-44410F336F6F}" type="sibTrans" cxnId="{5593BAD6-3FF1-48F4-BBF7-01F85FA76340}">
      <dgm:prSet/>
      <dgm:spPr/>
      <dgm:t>
        <a:bodyPr/>
        <a:lstStyle/>
        <a:p>
          <a:endParaRPr lang="en-US"/>
        </a:p>
      </dgm:t>
    </dgm:pt>
    <dgm:pt modelId="{8A93CFBA-0EAA-487C-BB9A-906DE59B1191}" type="pres">
      <dgm:prSet presAssocID="{804ECF32-FFEE-49C2-8B63-9016C0594226}" presName="linear" presStyleCnt="0">
        <dgm:presLayoutVars>
          <dgm:animLvl val="lvl"/>
          <dgm:resizeHandles val="exact"/>
        </dgm:presLayoutVars>
      </dgm:prSet>
      <dgm:spPr/>
    </dgm:pt>
    <dgm:pt modelId="{7616686B-9205-4C76-AA3D-22300B2410AD}" type="pres">
      <dgm:prSet presAssocID="{AD84A725-BF3B-422C-AD7C-7581EC21B0B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4E5D221-90B1-48CF-8AEC-5F77EF27B9A4}" type="pres">
      <dgm:prSet presAssocID="{751A0ECD-CBE6-4855-B526-5FD633EC5B04}" presName="spacer" presStyleCnt="0"/>
      <dgm:spPr/>
    </dgm:pt>
    <dgm:pt modelId="{D605C56B-09A5-420B-935E-2883450E26C7}" type="pres">
      <dgm:prSet presAssocID="{6968D8ED-E6D3-44F5-801D-AFD51D7AD96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01C6B65-9488-4255-B585-50ACD57D1C5F}" type="pres">
      <dgm:prSet presAssocID="{8542AD9D-A27E-4191-A03A-9E4935A99CC7}" presName="spacer" presStyleCnt="0"/>
      <dgm:spPr/>
    </dgm:pt>
    <dgm:pt modelId="{479DC344-BB77-4B33-8973-DB149AD075FE}" type="pres">
      <dgm:prSet presAssocID="{681A8100-4A21-4EA2-AA6D-5C7C282F62F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C2EBE25-8E75-4574-98B0-CACB183B90AC}" type="pres">
      <dgm:prSet presAssocID="{971A0B60-65F7-4759-8F18-ED09053F6266}" presName="spacer" presStyleCnt="0"/>
      <dgm:spPr/>
    </dgm:pt>
    <dgm:pt modelId="{E43D3884-F52C-4282-90C0-E00FF44EA5A5}" type="pres">
      <dgm:prSet presAssocID="{18C62AEE-0A63-4183-87CD-4FFAD5761C1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D7C1EE3-7AF9-4736-8FAB-162471E5CE80}" type="pres">
      <dgm:prSet presAssocID="{12BA38BD-1F68-46BD-8809-FB6534ABBD56}" presName="spacer" presStyleCnt="0"/>
      <dgm:spPr/>
    </dgm:pt>
    <dgm:pt modelId="{2D3CE96A-33AF-443D-9346-26D0DED5AD96}" type="pres">
      <dgm:prSet presAssocID="{80818466-ADD2-4E4A-9017-6D4B38E90DB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A1FBDA2-042E-4EE9-88E7-94218ACFB48B}" type="pres">
      <dgm:prSet presAssocID="{BE5BA23B-DD47-4538-834E-4C21C9014D70}" presName="spacer" presStyleCnt="0"/>
      <dgm:spPr/>
    </dgm:pt>
    <dgm:pt modelId="{E5F81211-B515-42BD-AF11-6CAD723050A3}" type="pres">
      <dgm:prSet presAssocID="{6509FD3F-7B9A-4C8C-B426-5A7661301BE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C930C1B-EE66-42EE-821B-5511F38603D2}" type="presOf" srcId="{6509FD3F-7B9A-4C8C-B426-5A7661301BEC}" destId="{E5F81211-B515-42BD-AF11-6CAD723050A3}" srcOrd="0" destOrd="0" presId="urn:microsoft.com/office/officeart/2005/8/layout/vList2"/>
    <dgm:cxn modelId="{7735BF64-453A-4969-A729-7D2B6A3B4947}" type="presOf" srcId="{AD84A725-BF3B-422C-AD7C-7581EC21B0B4}" destId="{7616686B-9205-4C76-AA3D-22300B2410AD}" srcOrd="0" destOrd="0" presId="urn:microsoft.com/office/officeart/2005/8/layout/vList2"/>
    <dgm:cxn modelId="{96E0C244-9026-4717-AD01-EE4DE9A4A3AA}" type="presOf" srcId="{6968D8ED-E6D3-44F5-801D-AFD51D7AD969}" destId="{D605C56B-09A5-420B-935E-2883450E26C7}" srcOrd="0" destOrd="0" presId="urn:microsoft.com/office/officeart/2005/8/layout/vList2"/>
    <dgm:cxn modelId="{0720146A-E891-4EAD-88C4-EE3ACF5CF3A3}" type="presOf" srcId="{18C62AEE-0A63-4183-87CD-4FFAD5761C15}" destId="{E43D3884-F52C-4282-90C0-E00FF44EA5A5}" srcOrd="0" destOrd="0" presId="urn:microsoft.com/office/officeart/2005/8/layout/vList2"/>
    <dgm:cxn modelId="{3976157B-2BA5-4619-8785-A5630F6DEFEB}" srcId="{804ECF32-FFEE-49C2-8B63-9016C0594226}" destId="{18C62AEE-0A63-4183-87CD-4FFAD5761C15}" srcOrd="3" destOrd="0" parTransId="{27955EEF-810B-45EE-B8EC-14C7BA242C62}" sibTransId="{12BA38BD-1F68-46BD-8809-FB6534ABBD56}"/>
    <dgm:cxn modelId="{96259A7D-1E2D-4BF5-9D14-0839F8EFF615}" type="presOf" srcId="{804ECF32-FFEE-49C2-8B63-9016C0594226}" destId="{8A93CFBA-0EAA-487C-BB9A-906DE59B1191}" srcOrd="0" destOrd="0" presId="urn:microsoft.com/office/officeart/2005/8/layout/vList2"/>
    <dgm:cxn modelId="{82053682-3053-4E33-A0FC-5FF4D9AD9C4C}" srcId="{804ECF32-FFEE-49C2-8B63-9016C0594226}" destId="{80818466-ADD2-4E4A-9017-6D4B38E90DB2}" srcOrd="4" destOrd="0" parTransId="{C58509E9-0D06-4334-A0B5-A811C187474B}" sibTransId="{BE5BA23B-DD47-4538-834E-4C21C9014D70}"/>
    <dgm:cxn modelId="{7CF5FA84-5060-4BBC-A292-310E7052B6C9}" srcId="{804ECF32-FFEE-49C2-8B63-9016C0594226}" destId="{6968D8ED-E6D3-44F5-801D-AFD51D7AD969}" srcOrd="1" destOrd="0" parTransId="{0925DFEB-FF9F-4864-9004-29DD5B29C0CB}" sibTransId="{8542AD9D-A27E-4191-A03A-9E4935A99CC7}"/>
    <dgm:cxn modelId="{86DBAD8F-48DD-4D51-8815-7FE0D72DE7D5}" type="presOf" srcId="{681A8100-4A21-4EA2-AA6D-5C7C282F62F1}" destId="{479DC344-BB77-4B33-8973-DB149AD075FE}" srcOrd="0" destOrd="0" presId="urn:microsoft.com/office/officeart/2005/8/layout/vList2"/>
    <dgm:cxn modelId="{5FE3E295-6104-4B87-B723-EAAEB7F70327}" srcId="{804ECF32-FFEE-49C2-8B63-9016C0594226}" destId="{AD84A725-BF3B-422C-AD7C-7581EC21B0B4}" srcOrd="0" destOrd="0" parTransId="{B245D191-9211-40B4-8B76-F9B98AF1A6F4}" sibTransId="{751A0ECD-CBE6-4855-B526-5FD633EC5B04}"/>
    <dgm:cxn modelId="{C556A39C-60E5-4E3E-88A6-E41A7F372041}" type="presOf" srcId="{80818466-ADD2-4E4A-9017-6D4B38E90DB2}" destId="{2D3CE96A-33AF-443D-9346-26D0DED5AD96}" srcOrd="0" destOrd="0" presId="urn:microsoft.com/office/officeart/2005/8/layout/vList2"/>
    <dgm:cxn modelId="{9C5E96CF-DE58-4F97-876A-E5D872B30C7F}" srcId="{804ECF32-FFEE-49C2-8B63-9016C0594226}" destId="{681A8100-4A21-4EA2-AA6D-5C7C282F62F1}" srcOrd="2" destOrd="0" parTransId="{44C7E1FB-EE86-469C-BA00-12F2FD83B28B}" sibTransId="{971A0B60-65F7-4759-8F18-ED09053F6266}"/>
    <dgm:cxn modelId="{5593BAD6-3FF1-48F4-BBF7-01F85FA76340}" srcId="{804ECF32-FFEE-49C2-8B63-9016C0594226}" destId="{6509FD3F-7B9A-4C8C-B426-5A7661301BEC}" srcOrd="5" destOrd="0" parTransId="{92DDA62F-A999-481D-835C-CCDB95D84636}" sibTransId="{BA5BE193-9C0D-46C6-9D44-44410F336F6F}"/>
    <dgm:cxn modelId="{E24D6E1D-71CD-4C1F-B3FB-A4BA80EE8D28}" type="presParOf" srcId="{8A93CFBA-0EAA-487C-BB9A-906DE59B1191}" destId="{7616686B-9205-4C76-AA3D-22300B2410AD}" srcOrd="0" destOrd="0" presId="urn:microsoft.com/office/officeart/2005/8/layout/vList2"/>
    <dgm:cxn modelId="{8DBEBCF5-463F-40F9-B161-2125229D6BB0}" type="presParOf" srcId="{8A93CFBA-0EAA-487C-BB9A-906DE59B1191}" destId="{94E5D221-90B1-48CF-8AEC-5F77EF27B9A4}" srcOrd="1" destOrd="0" presId="urn:microsoft.com/office/officeart/2005/8/layout/vList2"/>
    <dgm:cxn modelId="{A335C4FD-B462-4370-B3EF-81634B7D2459}" type="presParOf" srcId="{8A93CFBA-0EAA-487C-BB9A-906DE59B1191}" destId="{D605C56B-09A5-420B-935E-2883450E26C7}" srcOrd="2" destOrd="0" presId="urn:microsoft.com/office/officeart/2005/8/layout/vList2"/>
    <dgm:cxn modelId="{CDB18168-0DA2-4954-8AD3-E0247FF36309}" type="presParOf" srcId="{8A93CFBA-0EAA-487C-BB9A-906DE59B1191}" destId="{001C6B65-9488-4255-B585-50ACD57D1C5F}" srcOrd="3" destOrd="0" presId="urn:microsoft.com/office/officeart/2005/8/layout/vList2"/>
    <dgm:cxn modelId="{C4AF0DD8-EAAD-4A98-8A43-CE90806E31A7}" type="presParOf" srcId="{8A93CFBA-0EAA-487C-BB9A-906DE59B1191}" destId="{479DC344-BB77-4B33-8973-DB149AD075FE}" srcOrd="4" destOrd="0" presId="urn:microsoft.com/office/officeart/2005/8/layout/vList2"/>
    <dgm:cxn modelId="{468FAADD-22A2-4F5B-ABDC-F90120D94A79}" type="presParOf" srcId="{8A93CFBA-0EAA-487C-BB9A-906DE59B1191}" destId="{BC2EBE25-8E75-4574-98B0-CACB183B90AC}" srcOrd="5" destOrd="0" presId="urn:microsoft.com/office/officeart/2005/8/layout/vList2"/>
    <dgm:cxn modelId="{39876464-323B-4907-8576-074B61F62082}" type="presParOf" srcId="{8A93CFBA-0EAA-487C-BB9A-906DE59B1191}" destId="{E43D3884-F52C-4282-90C0-E00FF44EA5A5}" srcOrd="6" destOrd="0" presId="urn:microsoft.com/office/officeart/2005/8/layout/vList2"/>
    <dgm:cxn modelId="{3C7BA439-0DDC-44EE-93F9-696C845381F0}" type="presParOf" srcId="{8A93CFBA-0EAA-487C-BB9A-906DE59B1191}" destId="{9D7C1EE3-7AF9-4736-8FAB-162471E5CE80}" srcOrd="7" destOrd="0" presId="urn:microsoft.com/office/officeart/2005/8/layout/vList2"/>
    <dgm:cxn modelId="{8B858190-567C-4622-B8F1-DD76E0AD2407}" type="presParOf" srcId="{8A93CFBA-0EAA-487C-BB9A-906DE59B1191}" destId="{2D3CE96A-33AF-443D-9346-26D0DED5AD96}" srcOrd="8" destOrd="0" presId="urn:microsoft.com/office/officeart/2005/8/layout/vList2"/>
    <dgm:cxn modelId="{BA3502E4-4E90-438F-B942-440681474D29}" type="presParOf" srcId="{8A93CFBA-0EAA-487C-BB9A-906DE59B1191}" destId="{0A1FBDA2-042E-4EE9-88E7-94218ACFB48B}" srcOrd="9" destOrd="0" presId="urn:microsoft.com/office/officeart/2005/8/layout/vList2"/>
    <dgm:cxn modelId="{6D9C610B-4F66-4E76-A532-BEF1CF6D351E}" type="presParOf" srcId="{8A93CFBA-0EAA-487C-BB9A-906DE59B1191}" destId="{E5F81211-B515-42BD-AF11-6CAD723050A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370B384-E351-4D1D-B211-E6DD2D0AD35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C671398-7BF2-4602-B863-153435008782}">
      <dgm:prSet/>
      <dgm:spPr/>
      <dgm:t>
        <a:bodyPr/>
        <a:lstStyle/>
        <a:p>
          <a:r>
            <a:rPr lang="en-US"/>
            <a:t>Know Your Audience</a:t>
          </a:r>
        </a:p>
      </dgm:t>
    </dgm:pt>
    <dgm:pt modelId="{17350063-3E50-47C1-A4DB-AF5B5C0FAB85}" type="parTrans" cxnId="{42DFBF74-924D-4B7F-93D1-A5C080D6FE47}">
      <dgm:prSet/>
      <dgm:spPr/>
      <dgm:t>
        <a:bodyPr/>
        <a:lstStyle/>
        <a:p>
          <a:endParaRPr lang="en-US"/>
        </a:p>
      </dgm:t>
    </dgm:pt>
    <dgm:pt modelId="{A5EBD2E8-8FA7-4123-8C90-5AE4A2762286}" type="sibTrans" cxnId="{42DFBF74-924D-4B7F-93D1-A5C080D6FE47}">
      <dgm:prSet/>
      <dgm:spPr/>
      <dgm:t>
        <a:bodyPr/>
        <a:lstStyle/>
        <a:p>
          <a:endParaRPr lang="en-US"/>
        </a:p>
      </dgm:t>
    </dgm:pt>
    <dgm:pt modelId="{9D8D1472-2B39-4882-9D07-DB89625193A3}">
      <dgm:prSet/>
      <dgm:spPr/>
      <dgm:t>
        <a:bodyPr/>
        <a:lstStyle/>
        <a:p>
          <a:r>
            <a:rPr lang="en-US"/>
            <a:t>Choose the Right Chart Type</a:t>
          </a:r>
        </a:p>
      </dgm:t>
    </dgm:pt>
    <dgm:pt modelId="{1FEFD1F5-6F6E-4CBD-9EF6-5755F1EE0E75}" type="parTrans" cxnId="{07479CAE-0F51-4ABA-AA78-49AAF2EBF61B}">
      <dgm:prSet/>
      <dgm:spPr/>
      <dgm:t>
        <a:bodyPr/>
        <a:lstStyle/>
        <a:p>
          <a:endParaRPr lang="en-US"/>
        </a:p>
      </dgm:t>
    </dgm:pt>
    <dgm:pt modelId="{048A2AAF-F1FC-47E8-B282-66B98A7C4F87}" type="sibTrans" cxnId="{07479CAE-0F51-4ABA-AA78-49AAF2EBF61B}">
      <dgm:prSet/>
      <dgm:spPr/>
      <dgm:t>
        <a:bodyPr/>
        <a:lstStyle/>
        <a:p>
          <a:endParaRPr lang="en-US"/>
        </a:p>
      </dgm:t>
    </dgm:pt>
    <dgm:pt modelId="{8AB5242A-E7CC-44CF-A941-525174A6EB3A}">
      <dgm:prSet/>
      <dgm:spPr/>
      <dgm:t>
        <a:bodyPr/>
        <a:lstStyle/>
        <a:p>
          <a:r>
            <a:rPr lang="en-US"/>
            <a:t>Keep it Simple &amp; Clean</a:t>
          </a:r>
        </a:p>
      </dgm:t>
    </dgm:pt>
    <dgm:pt modelId="{399F7950-CEBF-45F9-9C41-16F97F4BAD27}" type="parTrans" cxnId="{8E84B8F4-9073-41E3-9346-BA9EC5F12D1B}">
      <dgm:prSet/>
      <dgm:spPr/>
      <dgm:t>
        <a:bodyPr/>
        <a:lstStyle/>
        <a:p>
          <a:endParaRPr lang="en-US"/>
        </a:p>
      </dgm:t>
    </dgm:pt>
    <dgm:pt modelId="{9237BD69-29C9-4F05-B415-28C194F96D89}" type="sibTrans" cxnId="{8E84B8F4-9073-41E3-9346-BA9EC5F12D1B}">
      <dgm:prSet/>
      <dgm:spPr/>
      <dgm:t>
        <a:bodyPr/>
        <a:lstStyle/>
        <a:p>
          <a:endParaRPr lang="en-US"/>
        </a:p>
      </dgm:t>
    </dgm:pt>
    <dgm:pt modelId="{ED38971B-1FE8-42AB-B4A4-05DF3337734C}">
      <dgm:prSet/>
      <dgm:spPr/>
      <dgm:t>
        <a:bodyPr/>
        <a:lstStyle/>
        <a:p>
          <a:r>
            <a:rPr lang="en-US"/>
            <a:t>Use Color Purposefully</a:t>
          </a:r>
        </a:p>
      </dgm:t>
    </dgm:pt>
    <dgm:pt modelId="{579649E4-5B55-4684-8FA1-C0153FE397A3}" type="parTrans" cxnId="{6616522D-242F-42BD-B0D5-96F7A67D2776}">
      <dgm:prSet/>
      <dgm:spPr/>
      <dgm:t>
        <a:bodyPr/>
        <a:lstStyle/>
        <a:p>
          <a:endParaRPr lang="en-US"/>
        </a:p>
      </dgm:t>
    </dgm:pt>
    <dgm:pt modelId="{2AA078F2-F683-4C0B-8108-793377BD25CC}" type="sibTrans" cxnId="{6616522D-242F-42BD-B0D5-96F7A67D2776}">
      <dgm:prSet/>
      <dgm:spPr/>
      <dgm:t>
        <a:bodyPr/>
        <a:lstStyle/>
        <a:p>
          <a:endParaRPr lang="en-US"/>
        </a:p>
      </dgm:t>
    </dgm:pt>
    <dgm:pt modelId="{82F327FE-95F0-44AE-8D1F-F22DE6819174}">
      <dgm:prSet/>
      <dgm:spPr/>
      <dgm:t>
        <a:bodyPr/>
        <a:lstStyle/>
        <a:p>
          <a:r>
            <a:rPr lang="en-US"/>
            <a:t>Highlight Key Insights</a:t>
          </a:r>
        </a:p>
      </dgm:t>
    </dgm:pt>
    <dgm:pt modelId="{DCE17EFF-800B-4C89-8F48-F0D4692F939D}" type="parTrans" cxnId="{3A56FFBD-BE34-4894-A8CC-23AD65C6D841}">
      <dgm:prSet/>
      <dgm:spPr/>
      <dgm:t>
        <a:bodyPr/>
        <a:lstStyle/>
        <a:p>
          <a:endParaRPr lang="en-US"/>
        </a:p>
      </dgm:t>
    </dgm:pt>
    <dgm:pt modelId="{8EB924C4-E568-4BFD-9E5D-169D0E11E685}" type="sibTrans" cxnId="{3A56FFBD-BE34-4894-A8CC-23AD65C6D841}">
      <dgm:prSet/>
      <dgm:spPr/>
      <dgm:t>
        <a:bodyPr/>
        <a:lstStyle/>
        <a:p>
          <a:endParaRPr lang="en-US"/>
        </a:p>
      </dgm:t>
    </dgm:pt>
    <dgm:pt modelId="{1D8EF823-15ED-41FD-9399-CEBD81A19566}">
      <dgm:prSet/>
      <dgm:spPr/>
      <dgm:t>
        <a:bodyPr/>
        <a:lstStyle/>
        <a:p>
          <a:r>
            <a:rPr lang="en-US"/>
            <a:t>Use Appropriate Scales</a:t>
          </a:r>
        </a:p>
      </dgm:t>
    </dgm:pt>
    <dgm:pt modelId="{6B5BFD8F-635D-4CC7-9CF7-A741BD7478A8}" type="parTrans" cxnId="{A056D6A4-E29C-4A88-A3DD-AA46D363EBEE}">
      <dgm:prSet/>
      <dgm:spPr/>
      <dgm:t>
        <a:bodyPr/>
        <a:lstStyle/>
        <a:p>
          <a:endParaRPr lang="en-US"/>
        </a:p>
      </dgm:t>
    </dgm:pt>
    <dgm:pt modelId="{3CC37152-DFA1-42B4-AD53-FB9549D7D846}" type="sibTrans" cxnId="{A056D6A4-E29C-4A88-A3DD-AA46D363EBEE}">
      <dgm:prSet/>
      <dgm:spPr/>
      <dgm:t>
        <a:bodyPr/>
        <a:lstStyle/>
        <a:p>
          <a:endParaRPr lang="en-US"/>
        </a:p>
      </dgm:t>
    </dgm:pt>
    <dgm:pt modelId="{9D63A011-E1D1-4EEA-AD3C-3D8592FF4905}">
      <dgm:prSet/>
      <dgm:spPr/>
      <dgm:t>
        <a:bodyPr/>
        <a:lstStyle/>
        <a:p>
          <a:r>
            <a:rPr lang="en-US"/>
            <a:t>Provide Context</a:t>
          </a:r>
        </a:p>
      </dgm:t>
    </dgm:pt>
    <dgm:pt modelId="{9633B315-47FE-43AA-8130-DFD1E9CCF528}" type="parTrans" cxnId="{76C82AE1-C7D9-4FB4-868C-36B679DD94F0}">
      <dgm:prSet/>
      <dgm:spPr/>
      <dgm:t>
        <a:bodyPr/>
        <a:lstStyle/>
        <a:p>
          <a:endParaRPr lang="en-US"/>
        </a:p>
      </dgm:t>
    </dgm:pt>
    <dgm:pt modelId="{219F3397-8F01-4CFC-A93E-6633E69234CD}" type="sibTrans" cxnId="{76C82AE1-C7D9-4FB4-868C-36B679DD94F0}">
      <dgm:prSet/>
      <dgm:spPr/>
      <dgm:t>
        <a:bodyPr/>
        <a:lstStyle/>
        <a:p>
          <a:endParaRPr lang="en-US"/>
        </a:p>
      </dgm:t>
    </dgm:pt>
    <dgm:pt modelId="{5C10CDAB-9182-4CD3-81AD-E7BB65D45A93}">
      <dgm:prSet/>
      <dgm:spPr/>
      <dgm:t>
        <a:bodyPr/>
        <a:lstStyle/>
        <a:p>
          <a:r>
            <a:rPr lang="en-US"/>
            <a:t>Consider Interactivity</a:t>
          </a:r>
        </a:p>
      </dgm:t>
    </dgm:pt>
    <dgm:pt modelId="{B51BC9C7-86F1-4B3B-9E0F-8EEC2CD1D0B5}" type="parTrans" cxnId="{63D45607-73DD-47A4-927A-9E8DFEFAC65B}">
      <dgm:prSet/>
      <dgm:spPr/>
      <dgm:t>
        <a:bodyPr/>
        <a:lstStyle/>
        <a:p>
          <a:endParaRPr lang="en-US"/>
        </a:p>
      </dgm:t>
    </dgm:pt>
    <dgm:pt modelId="{8DE7B622-F5D7-4D72-A73C-887F83C12237}" type="sibTrans" cxnId="{63D45607-73DD-47A4-927A-9E8DFEFAC65B}">
      <dgm:prSet/>
      <dgm:spPr/>
      <dgm:t>
        <a:bodyPr/>
        <a:lstStyle/>
        <a:p>
          <a:endParaRPr lang="en-US"/>
        </a:p>
      </dgm:t>
    </dgm:pt>
    <dgm:pt modelId="{7C8531A5-68DD-44AA-9FC4-37833D2E39AC}">
      <dgm:prSet/>
      <dgm:spPr/>
      <dgm:t>
        <a:bodyPr/>
        <a:lstStyle/>
        <a:p>
          <a:r>
            <a:rPr lang="en-US"/>
            <a:t>Test and Iterate</a:t>
          </a:r>
        </a:p>
      </dgm:t>
    </dgm:pt>
    <dgm:pt modelId="{8E6DD54C-90D1-4482-A3A4-15F2F5D66DAA}" type="parTrans" cxnId="{28B64C43-92E0-4E61-A34D-C5D72F66916B}">
      <dgm:prSet/>
      <dgm:spPr/>
      <dgm:t>
        <a:bodyPr/>
        <a:lstStyle/>
        <a:p>
          <a:endParaRPr lang="en-US"/>
        </a:p>
      </dgm:t>
    </dgm:pt>
    <dgm:pt modelId="{DE824D69-5C5A-4120-803C-F1FFB5AC1865}" type="sibTrans" cxnId="{28B64C43-92E0-4E61-A34D-C5D72F66916B}">
      <dgm:prSet/>
      <dgm:spPr/>
      <dgm:t>
        <a:bodyPr/>
        <a:lstStyle/>
        <a:p>
          <a:endParaRPr lang="en-US"/>
        </a:p>
      </dgm:t>
    </dgm:pt>
    <dgm:pt modelId="{F7B04C5F-B455-4840-A3DC-9F9502A71115}" type="pres">
      <dgm:prSet presAssocID="{9370B384-E351-4D1D-B211-E6DD2D0AD359}" presName="vert0" presStyleCnt="0">
        <dgm:presLayoutVars>
          <dgm:dir/>
          <dgm:animOne val="branch"/>
          <dgm:animLvl val="lvl"/>
        </dgm:presLayoutVars>
      </dgm:prSet>
      <dgm:spPr/>
    </dgm:pt>
    <dgm:pt modelId="{208F2C4E-F698-4931-89E6-523B7D4183D1}" type="pres">
      <dgm:prSet presAssocID="{FC671398-7BF2-4602-B863-153435008782}" presName="thickLine" presStyleLbl="alignNode1" presStyleIdx="0" presStyleCnt="9"/>
      <dgm:spPr/>
    </dgm:pt>
    <dgm:pt modelId="{B41AA7F1-D2D1-483A-ACFF-A34B870763CF}" type="pres">
      <dgm:prSet presAssocID="{FC671398-7BF2-4602-B863-153435008782}" presName="horz1" presStyleCnt="0"/>
      <dgm:spPr/>
    </dgm:pt>
    <dgm:pt modelId="{8ED5F1F6-7F20-4FF0-9E01-17B6D93420BD}" type="pres">
      <dgm:prSet presAssocID="{FC671398-7BF2-4602-B863-153435008782}" presName="tx1" presStyleLbl="revTx" presStyleIdx="0" presStyleCnt="9"/>
      <dgm:spPr/>
    </dgm:pt>
    <dgm:pt modelId="{37C489C8-FEEC-477B-8915-BAE53CED9E9F}" type="pres">
      <dgm:prSet presAssocID="{FC671398-7BF2-4602-B863-153435008782}" presName="vert1" presStyleCnt="0"/>
      <dgm:spPr/>
    </dgm:pt>
    <dgm:pt modelId="{96A4B0F3-0415-487E-8DC9-4662BF16D9F9}" type="pres">
      <dgm:prSet presAssocID="{9D8D1472-2B39-4882-9D07-DB89625193A3}" presName="thickLine" presStyleLbl="alignNode1" presStyleIdx="1" presStyleCnt="9"/>
      <dgm:spPr/>
    </dgm:pt>
    <dgm:pt modelId="{41D5AB11-ABCA-4568-91FE-54321D015B1C}" type="pres">
      <dgm:prSet presAssocID="{9D8D1472-2B39-4882-9D07-DB89625193A3}" presName="horz1" presStyleCnt="0"/>
      <dgm:spPr/>
    </dgm:pt>
    <dgm:pt modelId="{526D9EF7-8605-4783-8F26-617E1FA3EF79}" type="pres">
      <dgm:prSet presAssocID="{9D8D1472-2B39-4882-9D07-DB89625193A3}" presName="tx1" presStyleLbl="revTx" presStyleIdx="1" presStyleCnt="9"/>
      <dgm:spPr/>
    </dgm:pt>
    <dgm:pt modelId="{FB7C8D85-3351-4E94-B1B8-C510F1D9FC7D}" type="pres">
      <dgm:prSet presAssocID="{9D8D1472-2B39-4882-9D07-DB89625193A3}" presName="vert1" presStyleCnt="0"/>
      <dgm:spPr/>
    </dgm:pt>
    <dgm:pt modelId="{A25395F6-C5D6-4E48-A328-70B9DFA0C763}" type="pres">
      <dgm:prSet presAssocID="{8AB5242A-E7CC-44CF-A941-525174A6EB3A}" presName="thickLine" presStyleLbl="alignNode1" presStyleIdx="2" presStyleCnt="9"/>
      <dgm:spPr/>
    </dgm:pt>
    <dgm:pt modelId="{26E2DAA2-A0FC-40EF-9E26-E4F5868236AF}" type="pres">
      <dgm:prSet presAssocID="{8AB5242A-E7CC-44CF-A941-525174A6EB3A}" presName="horz1" presStyleCnt="0"/>
      <dgm:spPr/>
    </dgm:pt>
    <dgm:pt modelId="{4AC6D609-61A5-4D4D-A080-0B201570BACB}" type="pres">
      <dgm:prSet presAssocID="{8AB5242A-E7CC-44CF-A941-525174A6EB3A}" presName="tx1" presStyleLbl="revTx" presStyleIdx="2" presStyleCnt="9"/>
      <dgm:spPr/>
    </dgm:pt>
    <dgm:pt modelId="{8704B342-52C9-4EF8-849B-B517F388D79D}" type="pres">
      <dgm:prSet presAssocID="{8AB5242A-E7CC-44CF-A941-525174A6EB3A}" presName="vert1" presStyleCnt="0"/>
      <dgm:spPr/>
    </dgm:pt>
    <dgm:pt modelId="{41C636F3-49AC-473E-8596-48F38640466A}" type="pres">
      <dgm:prSet presAssocID="{ED38971B-1FE8-42AB-B4A4-05DF3337734C}" presName="thickLine" presStyleLbl="alignNode1" presStyleIdx="3" presStyleCnt="9"/>
      <dgm:spPr/>
    </dgm:pt>
    <dgm:pt modelId="{A2FB7597-EF84-4FD8-A71F-A87D4B46EC9B}" type="pres">
      <dgm:prSet presAssocID="{ED38971B-1FE8-42AB-B4A4-05DF3337734C}" presName="horz1" presStyleCnt="0"/>
      <dgm:spPr/>
    </dgm:pt>
    <dgm:pt modelId="{8D8CD037-1515-4F71-9AD2-EAE146815B23}" type="pres">
      <dgm:prSet presAssocID="{ED38971B-1FE8-42AB-B4A4-05DF3337734C}" presName="tx1" presStyleLbl="revTx" presStyleIdx="3" presStyleCnt="9"/>
      <dgm:spPr/>
    </dgm:pt>
    <dgm:pt modelId="{171CF1D8-30F0-4FAA-8A26-57C078B54DF2}" type="pres">
      <dgm:prSet presAssocID="{ED38971B-1FE8-42AB-B4A4-05DF3337734C}" presName="vert1" presStyleCnt="0"/>
      <dgm:spPr/>
    </dgm:pt>
    <dgm:pt modelId="{1F0A8C15-5AE2-4563-9527-AF2B773CEEDF}" type="pres">
      <dgm:prSet presAssocID="{82F327FE-95F0-44AE-8D1F-F22DE6819174}" presName="thickLine" presStyleLbl="alignNode1" presStyleIdx="4" presStyleCnt="9"/>
      <dgm:spPr/>
    </dgm:pt>
    <dgm:pt modelId="{A200D2E7-3C41-4F44-8D26-DFD28D540AC9}" type="pres">
      <dgm:prSet presAssocID="{82F327FE-95F0-44AE-8D1F-F22DE6819174}" presName="horz1" presStyleCnt="0"/>
      <dgm:spPr/>
    </dgm:pt>
    <dgm:pt modelId="{E9EC4429-76E2-4C7E-9819-C498DCE30DF3}" type="pres">
      <dgm:prSet presAssocID="{82F327FE-95F0-44AE-8D1F-F22DE6819174}" presName="tx1" presStyleLbl="revTx" presStyleIdx="4" presStyleCnt="9"/>
      <dgm:spPr/>
    </dgm:pt>
    <dgm:pt modelId="{74EA14F1-2084-4942-A275-315D0BCECD03}" type="pres">
      <dgm:prSet presAssocID="{82F327FE-95F0-44AE-8D1F-F22DE6819174}" presName="vert1" presStyleCnt="0"/>
      <dgm:spPr/>
    </dgm:pt>
    <dgm:pt modelId="{FB7C4528-EC99-418B-8633-05A29E57D074}" type="pres">
      <dgm:prSet presAssocID="{1D8EF823-15ED-41FD-9399-CEBD81A19566}" presName="thickLine" presStyleLbl="alignNode1" presStyleIdx="5" presStyleCnt="9"/>
      <dgm:spPr/>
    </dgm:pt>
    <dgm:pt modelId="{884161E0-FB17-49F6-B646-9E6A4C4DFF6C}" type="pres">
      <dgm:prSet presAssocID="{1D8EF823-15ED-41FD-9399-CEBD81A19566}" presName="horz1" presStyleCnt="0"/>
      <dgm:spPr/>
    </dgm:pt>
    <dgm:pt modelId="{13675365-83F2-4950-A87A-5EF066981F15}" type="pres">
      <dgm:prSet presAssocID="{1D8EF823-15ED-41FD-9399-CEBD81A19566}" presName="tx1" presStyleLbl="revTx" presStyleIdx="5" presStyleCnt="9"/>
      <dgm:spPr/>
    </dgm:pt>
    <dgm:pt modelId="{58DCDA00-384D-4695-8FAC-CAA55651AD61}" type="pres">
      <dgm:prSet presAssocID="{1D8EF823-15ED-41FD-9399-CEBD81A19566}" presName="vert1" presStyleCnt="0"/>
      <dgm:spPr/>
    </dgm:pt>
    <dgm:pt modelId="{B465786C-55B0-4E63-9707-0D485F3B54A3}" type="pres">
      <dgm:prSet presAssocID="{9D63A011-E1D1-4EEA-AD3C-3D8592FF4905}" presName="thickLine" presStyleLbl="alignNode1" presStyleIdx="6" presStyleCnt="9"/>
      <dgm:spPr/>
    </dgm:pt>
    <dgm:pt modelId="{9B062D60-2780-4975-B5FC-81525646BEE1}" type="pres">
      <dgm:prSet presAssocID="{9D63A011-E1D1-4EEA-AD3C-3D8592FF4905}" presName="horz1" presStyleCnt="0"/>
      <dgm:spPr/>
    </dgm:pt>
    <dgm:pt modelId="{9CEB7AB3-4E0E-4A83-AE83-B75BFEB78A8F}" type="pres">
      <dgm:prSet presAssocID="{9D63A011-E1D1-4EEA-AD3C-3D8592FF4905}" presName="tx1" presStyleLbl="revTx" presStyleIdx="6" presStyleCnt="9"/>
      <dgm:spPr/>
    </dgm:pt>
    <dgm:pt modelId="{62F21C00-2F41-440C-9CDC-6ADD3D1356F9}" type="pres">
      <dgm:prSet presAssocID="{9D63A011-E1D1-4EEA-AD3C-3D8592FF4905}" presName="vert1" presStyleCnt="0"/>
      <dgm:spPr/>
    </dgm:pt>
    <dgm:pt modelId="{A8F2B879-9831-4D0F-896E-3D834C3D473E}" type="pres">
      <dgm:prSet presAssocID="{5C10CDAB-9182-4CD3-81AD-E7BB65D45A93}" presName="thickLine" presStyleLbl="alignNode1" presStyleIdx="7" presStyleCnt="9"/>
      <dgm:spPr/>
    </dgm:pt>
    <dgm:pt modelId="{EC166091-C996-4251-87EB-9456385915FB}" type="pres">
      <dgm:prSet presAssocID="{5C10CDAB-9182-4CD3-81AD-E7BB65D45A93}" presName="horz1" presStyleCnt="0"/>
      <dgm:spPr/>
    </dgm:pt>
    <dgm:pt modelId="{E7B8C0C5-4DCB-44B9-BACD-4C127C1F0581}" type="pres">
      <dgm:prSet presAssocID="{5C10CDAB-9182-4CD3-81AD-E7BB65D45A93}" presName="tx1" presStyleLbl="revTx" presStyleIdx="7" presStyleCnt="9"/>
      <dgm:spPr/>
    </dgm:pt>
    <dgm:pt modelId="{799E3BE1-7A8D-401A-AB99-5379DDE8CC1E}" type="pres">
      <dgm:prSet presAssocID="{5C10CDAB-9182-4CD3-81AD-E7BB65D45A93}" presName="vert1" presStyleCnt="0"/>
      <dgm:spPr/>
    </dgm:pt>
    <dgm:pt modelId="{EE0A95E4-C499-4D36-874B-F68863112C68}" type="pres">
      <dgm:prSet presAssocID="{7C8531A5-68DD-44AA-9FC4-37833D2E39AC}" presName="thickLine" presStyleLbl="alignNode1" presStyleIdx="8" presStyleCnt="9"/>
      <dgm:spPr/>
    </dgm:pt>
    <dgm:pt modelId="{D56F42CF-E2BD-4DF2-8395-6469D3D13E98}" type="pres">
      <dgm:prSet presAssocID="{7C8531A5-68DD-44AA-9FC4-37833D2E39AC}" presName="horz1" presStyleCnt="0"/>
      <dgm:spPr/>
    </dgm:pt>
    <dgm:pt modelId="{9FA6E48C-E39C-45B7-8EB4-1D88DE9893A0}" type="pres">
      <dgm:prSet presAssocID="{7C8531A5-68DD-44AA-9FC4-37833D2E39AC}" presName="tx1" presStyleLbl="revTx" presStyleIdx="8" presStyleCnt="9"/>
      <dgm:spPr/>
    </dgm:pt>
    <dgm:pt modelId="{F4DCBB68-95D7-4333-BCD2-822E85932384}" type="pres">
      <dgm:prSet presAssocID="{7C8531A5-68DD-44AA-9FC4-37833D2E39AC}" presName="vert1" presStyleCnt="0"/>
      <dgm:spPr/>
    </dgm:pt>
  </dgm:ptLst>
  <dgm:cxnLst>
    <dgm:cxn modelId="{63D45607-73DD-47A4-927A-9E8DFEFAC65B}" srcId="{9370B384-E351-4D1D-B211-E6DD2D0AD359}" destId="{5C10CDAB-9182-4CD3-81AD-E7BB65D45A93}" srcOrd="7" destOrd="0" parTransId="{B51BC9C7-86F1-4B3B-9E0F-8EEC2CD1D0B5}" sibTransId="{8DE7B622-F5D7-4D72-A73C-887F83C12237}"/>
    <dgm:cxn modelId="{D9018F08-BEB3-4053-8A0C-BBFF15F72F99}" type="presOf" srcId="{9D8D1472-2B39-4882-9D07-DB89625193A3}" destId="{526D9EF7-8605-4783-8F26-617E1FA3EF79}" srcOrd="0" destOrd="0" presId="urn:microsoft.com/office/officeart/2008/layout/LinedList"/>
    <dgm:cxn modelId="{6616522D-242F-42BD-B0D5-96F7A67D2776}" srcId="{9370B384-E351-4D1D-B211-E6DD2D0AD359}" destId="{ED38971B-1FE8-42AB-B4A4-05DF3337734C}" srcOrd="3" destOrd="0" parTransId="{579649E4-5B55-4684-8FA1-C0153FE397A3}" sibTransId="{2AA078F2-F683-4C0B-8108-793377BD25CC}"/>
    <dgm:cxn modelId="{FCED1C33-81C2-451E-BF69-579914F7550C}" type="presOf" srcId="{5C10CDAB-9182-4CD3-81AD-E7BB65D45A93}" destId="{E7B8C0C5-4DCB-44B9-BACD-4C127C1F0581}" srcOrd="0" destOrd="0" presId="urn:microsoft.com/office/officeart/2008/layout/LinedList"/>
    <dgm:cxn modelId="{C9970C3D-A579-41CD-8A65-5B6FE3948A80}" type="presOf" srcId="{9370B384-E351-4D1D-B211-E6DD2D0AD359}" destId="{F7B04C5F-B455-4840-A3DC-9F9502A71115}" srcOrd="0" destOrd="0" presId="urn:microsoft.com/office/officeart/2008/layout/LinedList"/>
    <dgm:cxn modelId="{D048CB5B-F52E-47C0-B0E4-5EA030850A79}" type="presOf" srcId="{9D63A011-E1D1-4EEA-AD3C-3D8592FF4905}" destId="{9CEB7AB3-4E0E-4A83-AE83-B75BFEB78A8F}" srcOrd="0" destOrd="0" presId="urn:microsoft.com/office/officeart/2008/layout/LinedList"/>
    <dgm:cxn modelId="{6D90C562-87F4-481E-8CAE-369DFEBB96CD}" type="presOf" srcId="{FC671398-7BF2-4602-B863-153435008782}" destId="{8ED5F1F6-7F20-4FF0-9E01-17B6D93420BD}" srcOrd="0" destOrd="0" presId="urn:microsoft.com/office/officeart/2008/layout/LinedList"/>
    <dgm:cxn modelId="{28B64C43-92E0-4E61-A34D-C5D72F66916B}" srcId="{9370B384-E351-4D1D-B211-E6DD2D0AD359}" destId="{7C8531A5-68DD-44AA-9FC4-37833D2E39AC}" srcOrd="8" destOrd="0" parTransId="{8E6DD54C-90D1-4482-A3A4-15F2F5D66DAA}" sibTransId="{DE824D69-5C5A-4120-803C-F1FFB5AC1865}"/>
    <dgm:cxn modelId="{76D42C71-CDF3-40D0-93E6-9C55546BF7EC}" type="presOf" srcId="{8AB5242A-E7CC-44CF-A941-525174A6EB3A}" destId="{4AC6D609-61A5-4D4D-A080-0B201570BACB}" srcOrd="0" destOrd="0" presId="urn:microsoft.com/office/officeart/2008/layout/LinedList"/>
    <dgm:cxn modelId="{A6033753-F5CA-4A0D-937A-FD98F56B8FC8}" type="presOf" srcId="{82F327FE-95F0-44AE-8D1F-F22DE6819174}" destId="{E9EC4429-76E2-4C7E-9819-C498DCE30DF3}" srcOrd="0" destOrd="0" presId="urn:microsoft.com/office/officeart/2008/layout/LinedList"/>
    <dgm:cxn modelId="{42DFBF74-924D-4B7F-93D1-A5C080D6FE47}" srcId="{9370B384-E351-4D1D-B211-E6DD2D0AD359}" destId="{FC671398-7BF2-4602-B863-153435008782}" srcOrd="0" destOrd="0" parTransId="{17350063-3E50-47C1-A4DB-AF5B5C0FAB85}" sibTransId="{A5EBD2E8-8FA7-4123-8C90-5AE4A2762286}"/>
    <dgm:cxn modelId="{A056D6A4-E29C-4A88-A3DD-AA46D363EBEE}" srcId="{9370B384-E351-4D1D-B211-E6DD2D0AD359}" destId="{1D8EF823-15ED-41FD-9399-CEBD81A19566}" srcOrd="5" destOrd="0" parTransId="{6B5BFD8F-635D-4CC7-9CF7-A741BD7478A8}" sibTransId="{3CC37152-DFA1-42B4-AD53-FB9549D7D846}"/>
    <dgm:cxn modelId="{13712EA6-C73D-4D49-A5D5-B830DC826F79}" type="presOf" srcId="{7C8531A5-68DD-44AA-9FC4-37833D2E39AC}" destId="{9FA6E48C-E39C-45B7-8EB4-1D88DE9893A0}" srcOrd="0" destOrd="0" presId="urn:microsoft.com/office/officeart/2008/layout/LinedList"/>
    <dgm:cxn modelId="{07479CAE-0F51-4ABA-AA78-49AAF2EBF61B}" srcId="{9370B384-E351-4D1D-B211-E6DD2D0AD359}" destId="{9D8D1472-2B39-4882-9D07-DB89625193A3}" srcOrd="1" destOrd="0" parTransId="{1FEFD1F5-6F6E-4CBD-9EF6-5755F1EE0E75}" sibTransId="{048A2AAF-F1FC-47E8-B282-66B98A7C4F87}"/>
    <dgm:cxn modelId="{8CCCFEB8-55F1-4A31-AB14-6A481962BAED}" type="presOf" srcId="{1D8EF823-15ED-41FD-9399-CEBD81A19566}" destId="{13675365-83F2-4950-A87A-5EF066981F15}" srcOrd="0" destOrd="0" presId="urn:microsoft.com/office/officeart/2008/layout/LinedList"/>
    <dgm:cxn modelId="{3A56FFBD-BE34-4894-A8CC-23AD65C6D841}" srcId="{9370B384-E351-4D1D-B211-E6DD2D0AD359}" destId="{82F327FE-95F0-44AE-8D1F-F22DE6819174}" srcOrd="4" destOrd="0" parTransId="{DCE17EFF-800B-4C89-8F48-F0D4692F939D}" sibTransId="{8EB924C4-E568-4BFD-9E5D-169D0E11E685}"/>
    <dgm:cxn modelId="{D895D7DB-A067-4CDC-8CA6-BEA4367353D5}" type="presOf" srcId="{ED38971B-1FE8-42AB-B4A4-05DF3337734C}" destId="{8D8CD037-1515-4F71-9AD2-EAE146815B23}" srcOrd="0" destOrd="0" presId="urn:microsoft.com/office/officeart/2008/layout/LinedList"/>
    <dgm:cxn modelId="{76C82AE1-C7D9-4FB4-868C-36B679DD94F0}" srcId="{9370B384-E351-4D1D-B211-E6DD2D0AD359}" destId="{9D63A011-E1D1-4EEA-AD3C-3D8592FF4905}" srcOrd="6" destOrd="0" parTransId="{9633B315-47FE-43AA-8130-DFD1E9CCF528}" sibTransId="{219F3397-8F01-4CFC-A93E-6633E69234CD}"/>
    <dgm:cxn modelId="{8E84B8F4-9073-41E3-9346-BA9EC5F12D1B}" srcId="{9370B384-E351-4D1D-B211-E6DD2D0AD359}" destId="{8AB5242A-E7CC-44CF-A941-525174A6EB3A}" srcOrd="2" destOrd="0" parTransId="{399F7950-CEBF-45F9-9C41-16F97F4BAD27}" sibTransId="{9237BD69-29C9-4F05-B415-28C194F96D89}"/>
    <dgm:cxn modelId="{AA39DBDD-9830-4546-955E-C28100F78AE8}" type="presParOf" srcId="{F7B04C5F-B455-4840-A3DC-9F9502A71115}" destId="{208F2C4E-F698-4931-89E6-523B7D4183D1}" srcOrd="0" destOrd="0" presId="urn:microsoft.com/office/officeart/2008/layout/LinedList"/>
    <dgm:cxn modelId="{729F5F57-1EB2-45C9-A6B8-2E31A2860E16}" type="presParOf" srcId="{F7B04C5F-B455-4840-A3DC-9F9502A71115}" destId="{B41AA7F1-D2D1-483A-ACFF-A34B870763CF}" srcOrd="1" destOrd="0" presId="urn:microsoft.com/office/officeart/2008/layout/LinedList"/>
    <dgm:cxn modelId="{4B2FF302-E5C0-4FF3-9829-34BA261BF4DF}" type="presParOf" srcId="{B41AA7F1-D2D1-483A-ACFF-A34B870763CF}" destId="{8ED5F1F6-7F20-4FF0-9E01-17B6D93420BD}" srcOrd="0" destOrd="0" presId="urn:microsoft.com/office/officeart/2008/layout/LinedList"/>
    <dgm:cxn modelId="{3696CF2E-6CC4-49CB-B170-B896A4374681}" type="presParOf" srcId="{B41AA7F1-D2D1-483A-ACFF-A34B870763CF}" destId="{37C489C8-FEEC-477B-8915-BAE53CED9E9F}" srcOrd="1" destOrd="0" presId="urn:microsoft.com/office/officeart/2008/layout/LinedList"/>
    <dgm:cxn modelId="{293036DD-F795-40DD-9250-6090D3D93397}" type="presParOf" srcId="{F7B04C5F-B455-4840-A3DC-9F9502A71115}" destId="{96A4B0F3-0415-487E-8DC9-4662BF16D9F9}" srcOrd="2" destOrd="0" presId="urn:microsoft.com/office/officeart/2008/layout/LinedList"/>
    <dgm:cxn modelId="{AC7A11AA-951E-4F6D-8BC1-F5AA9EE5F94B}" type="presParOf" srcId="{F7B04C5F-B455-4840-A3DC-9F9502A71115}" destId="{41D5AB11-ABCA-4568-91FE-54321D015B1C}" srcOrd="3" destOrd="0" presId="urn:microsoft.com/office/officeart/2008/layout/LinedList"/>
    <dgm:cxn modelId="{F3FA071D-EEB9-4A98-823D-A65B0551939A}" type="presParOf" srcId="{41D5AB11-ABCA-4568-91FE-54321D015B1C}" destId="{526D9EF7-8605-4783-8F26-617E1FA3EF79}" srcOrd="0" destOrd="0" presId="urn:microsoft.com/office/officeart/2008/layout/LinedList"/>
    <dgm:cxn modelId="{65CA5655-7262-49FE-99C7-D0D250B9C53D}" type="presParOf" srcId="{41D5AB11-ABCA-4568-91FE-54321D015B1C}" destId="{FB7C8D85-3351-4E94-B1B8-C510F1D9FC7D}" srcOrd="1" destOrd="0" presId="urn:microsoft.com/office/officeart/2008/layout/LinedList"/>
    <dgm:cxn modelId="{46EFB019-C0A1-4808-B5E7-AD58003E36A8}" type="presParOf" srcId="{F7B04C5F-B455-4840-A3DC-9F9502A71115}" destId="{A25395F6-C5D6-4E48-A328-70B9DFA0C763}" srcOrd="4" destOrd="0" presId="urn:microsoft.com/office/officeart/2008/layout/LinedList"/>
    <dgm:cxn modelId="{618277EF-CD75-412A-97B6-20E3C8469A93}" type="presParOf" srcId="{F7B04C5F-B455-4840-A3DC-9F9502A71115}" destId="{26E2DAA2-A0FC-40EF-9E26-E4F5868236AF}" srcOrd="5" destOrd="0" presId="urn:microsoft.com/office/officeart/2008/layout/LinedList"/>
    <dgm:cxn modelId="{CF55F092-75DD-4B93-97F4-05E4466CC1C7}" type="presParOf" srcId="{26E2DAA2-A0FC-40EF-9E26-E4F5868236AF}" destId="{4AC6D609-61A5-4D4D-A080-0B201570BACB}" srcOrd="0" destOrd="0" presId="urn:microsoft.com/office/officeart/2008/layout/LinedList"/>
    <dgm:cxn modelId="{297D79FC-8007-479E-BC61-D59B8070E8DD}" type="presParOf" srcId="{26E2DAA2-A0FC-40EF-9E26-E4F5868236AF}" destId="{8704B342-52C9-4EF8-849B-B517F388D79D}" srcOrd="1" destOrd="0" presId="urn:microsoft.com/office/officeart/2008/layout/LinedList"/>
    <dgm:cxn modelId="{68FB0B23-DB94-45D0-801B-8E76A16A95CB}" type="presParOf" srcId="{F7B04C5F-B455-4840-A3DC-9F9502A71115}" destId="{41C636F3-49AC-473E-8596-48F38640466A}" srcOrd="6" destOrd="0" presId="urn:microsoft.com/office/officeart/2008/layout/LinedList"/>
    <dgm:cxn modelId="{7BB71207-2892-4667-9DC0-7B5C7585B8F8}" type="presParOf" srcId="{F7B04C5F-B455-4840-A3DC-9F9502A71115}" destId="{A2FB7597-EF84-4FD8-A71F-A87D4B46EC9B}" srcOrd="7" destOrd="0" presId="urn:microsoft.com/office/officeart/2008/layout/LinedList"/>
    <dgm:cxn modelId="{377FC505-1B5F-4F39-BBE5-EFCA3822A9C6}" type="presParOf" srcId="{A2FB7597-EF84-4FD8-A71F-A87D4B46EC9B}" destId="{8D8CD037-1515-4F71-9AD2-EAE146815B23}" srcOrd="0" destOrd="0" presId="urn:microsoft.com/office/officeart/2008/layout/LinedList"/>
    <dgm:cxn modelId="{C2081CED-9DC3-4650-9E08-69C3A2C52230}" type="presParOf" srcId="{A2FB7597-EF84-4FD8-A71F-A87D4B46EC9B}" destId="{171CF1D8-30F0-4FAA-8A26-57C078B54DF2}" srcOrd="1" destOrd="0" presId="urn:microsoft.com/office/officeart/2008/layout/LinedList"/>
    <dgm:cxn modelId="{7217B594-D756-4E42-857E-63C114600208}" type="presParOf" srcId="{F7B04C5F-B455-4840-A3DC-9F9502A71115}" destId="{1F0A8C15-5AE2-4563-9527-AF2B773CEEDF}" srcOrd="8" destOrd="0" presId="urn:microsoft.com/office/officeart/2008/layout/LinedList"/>
    <dgm:cxn modelId="{411826B0-FB39-460C-8F2A-AA196ED903CC}" type="presParOf" srcId="{F7B04C5F-B455-4840-A3DC-9F9502A71115}" destId="{A200D2E7-3C41-4F44-8D26-DFD28D540AC9}" srcOrd="9" destOrd="0" presId="urn:microsoft.com/office/officeart/2008/layout/LinedList"/>
    <dgm:cxn modelId="{64C64EF7-F609-4C63-A3F4-958B48405CEF}" type="presParOf" srcId="{A200D2E7-3C41-4F44-8D26-DFD28D540AC9}" destId="{E9EC4429-76E2-4C7E-9819-C498DCE30DF3}" srcOrd="0" destOrd="0" presId="urn:microsoft.com/office/officeart/2008/layout/LinedList"/>
    <dgm:cxn modelId="{9A0D164C-D047-42D1-9FC6-9BF9C1DC9763}" type="presParOf" srcId="{A200D2E7-3C41-4F44-8D26-DFD28D540AC9}" destId="{74EA14F1-2084-4942-A275-315D0BCECD03}" srcOrd="1" destOrd="0" presId="urn:microsoft.com/office/officeart/2008/layout/LinedList"/>
    <dgm:cxn modelId="{D7E2A8B1-85D8-4F53-A73D-5251F3E35357}" type="presParOf" srcId="{F7B04C5F-B455-4840-A3DC-9F9502A71115}" destId="{FB7C4528-EC99-418B-8633-05A29E57D074}" srcOrd="10" destOrd="0" presId="urn:microsoft.com/office/officeart/2008/layout/LinedList"/>
    <dgm:cxn modelId="{A9AAEBB0-85E6-481D-8C70-FB6F59839388}" type="presParOf" srcId="{F7B04C5F-B455-4840-A3DC-9F9502A71115}" destId="{884161E0-FB17-49F6-B646-9E6A4C4DFF6C}" srcOrd="11" destOrd="0" presId="urn:microsoft.com/office/officeart/2008/layout/LinedList"/>
    <dgm:cxn modelId="{1C80A5EB-EDBD-4DA8-A306-E7B1FAB00B01}" type="presParOf" srcId="{884161E0-FB17-49F6-B646-9E6A4C4DFF6C}" destId="{13675365-83F2-4950-A87A-5EF066981F15}" srcOrd="0" destOrd="0" presId="urn:microsoft.com/office/officeart/2008/layout/LinedList"/>
    <dgm:cxn modelId="{624816F7-8BC6-4445-BF50-9F3FA4DACCA9}" type="presParOf" srcId="{884161E0-FB17-49F6-B646-9E6A4C4DFF6C}" destId="{58DCDA00-384D-4695-8FAC-CAA55651AD61}" srcOrd="1" destOrd="0" presId="urn:microsoft.com/office/officeart/2008/layout/LinedList"/>
    <dgm:cxn modelId="{9289E993-9BC9-4F8D-BBB5-0FF4B809FD1B}" type="presParOf" srcId="{F7B04C5F-B455-4840-A3DC-9F9502A71115}" destId="{B465786C-55B0-4E63-9707-0D485F3B54A3}" srcOrd="12" destOrd="0" presId="urn:microsoft.com/office/officeart/2008/layout/LinedList"/>
    <dgm:cxn modelId="{1C5449C9-243B-4C1F-B000-2FB43E7CB27B}" type="presParOf" srcId="{F7B04C5F-B455-4840-A3DC-9F9502A71115}" destId="{9B062D60-2780-4975-B5FC-81525646BEE1}" srcOrd="13" destOrd="0" presId="urn:microsoft.com/office/officeart/2008/layout/LinedList"/>
    <dgm:cxn modelId="{8223ED4C-4AE8-4565-831A-F289A86F280C}" type="presParOf" srcId="{9B062D60-2780-4975-B5FC-81525646BEE1}" destId="{9CEB7AB3-4E0E-4A83-AE83-B75BFEB78A8F}" srcOrd="0" destOrd="0" presId="urn:microsoft.com/office/officeart/2008/layout/LinedList"/>
    <dgm:cxn modelId="{EC3C2257-990F-4FAA-8F98-0A8D48277D13}" type="presParOf" srcId="{9B062D60-2780-4975-B5FC-81525646BEE1}" destId="{62F21C00-2F41-440C-9CDC-6ADD3D1356F9}" srcOrd="1" destOrd="0" presId="urn:microsoft.com/office/officeart/2008/layout/LinedList"/>
    <dgm:cxn modelId="{E2FC3739-96A5-4ED0-AE5E-E2E0F293554D}" type="presParOf" srcId="{F7B04C5F-B455-4840-A3DC-9F9502A71115}" destId="{A8F2B879-9831-4D0F-896E-3D834C3D473E}" srcOrd="14" destOrd="0" presId="urn:microsoft.com/office/officeart/2008/layout/LinedList"/>
    <dgm:cxn modelId="{064AD9E7-841D-4426-8A76-D00EA78B7417}" type="presParOf" srcId="{F7B04C5F-B455-4840-A3DC-9F9502A71115}" destId="{EC166091-C996-4251-87EB-9456385915FB}" srcOrd="15" destOrd="0" presId="urn:microsoft.com/office/officeart/2008/layout/LinedList"/>
    <dgm:cxn modelId="{58AF1ECE-DDBD-4F85-B1F4-ABD4C044E180}" type="presParOf" srcId="{EC166091-C996-4251-87EB-9456385915FB}" destId="{E7B8C0C5-4DCB-44B9-BACD-4C127C1F0581}" srcOrd="0" destOrd="0" presId="urn:microsoft.com/office/officeart/2008/layout/LinedList"/>
    <dgm:cxn modelId="{678A225B-AB09-428C-9951-438E007ED6F5}" type="presParOf" srcId="{EC166091-C996-4251-87EB-9456385915FB}" destId="{799E3BE1-7A8D-401A-AB99-5379DDE8CC1E}" srcOrd="1" destOrd="0" presId="urn:microsoft.com/office/officeart/2008/layout/LinedList"/>
    <dgm:cxn modelId="{29858C3A-C13E-4279-8076-33723F12E0E8}" type="presParOf" srcId="{F7B04C5F-B455-4840-A3DC-9F9502A71115}" destId="{EE0A95E4-C499-4D36-874B-F68863112C68}" srcOrd="16" destOrd="0" presId="urn:microsoft.com/office/officeart/2008/layout/LinedList"/>
    <dgm:cxn modelId="{475D22AB-3E42-4947-8FC3-42A88125BD58}" type="presParOf" srcId="{F7B04C5F-B455-4840-A3DC-9F9502A71115}" destId="{D56F42CF-E2BD-4DF2-8395-6469D3D13E98}" srcOrd="17" destOrd="0" presId="urn:microsoft.com/office/officeart/2008/layout/LinedList"/>
    <dgm:cxn modelId="{8848C112-8FEA-45EE-B389-10D7ED4D576B}" type="presParOf" srcId="{D56F42CF-E2BD-4DF2-8395-6469D3D13E98}" destId="{9FA6E48C-E39C-45B7-8EB4-1D88DE9893A0}" srcOrd="0" destOrd="0" presId="urn:microsoft.com/office/officeart/2008/layout/LinedList"/>
    <dgm:cxn modelId="{620CFA50-AD6B-4098-AB25-BE95744CC699}" type="presParOf" srcId="{D56F42CF-E2BD-4DF2-8395-6469D3D13E98}" destId="{F4DCBB68-95D7-4333-BCD2-822E8593238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CCF69CA-A681-43D9-AFC4-839CE9616A9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D40D04D-BB68-447D-AC82-B44390C578D1}">
      <dgm:prSet/>
      <dgm:spPr/>
      <dgm:t>
        <a:bodyPr/>
        <a:lstStyle/>
        <a:p>
          <a:r>
            <a:rPr lang="en-US"/>
            <a:t>Example 1: Bar Chart:   Use when comparing values between categories.</a:t>
          </a:r>
        </a:p>
      </dgm:t>
    </dgm:pt>
    <dgm:pt modelId="{928BB2D0-23EA-4FEE-B858-B8E2D5C5ED4A}" type="parTrans" cxnId="{3B784CD1-4496-487D-B9AE-E35483A2DCCA}">
      <dgm:prSet/>
      <dgm:spPr/>
      <dgm:t>
        <a:bodyPr/>
        <a:lstStyle/>
        <a:p>
          <a:endParaRPr lang="en-US"/>
        </a:p>
      </dgm:t>
    </dgm:pt>
    <dgm:pt modelId="{EA8BEC2A-FF20-42A5-88C2-10D8ECB69CC1}" type="sibTrans" cxnId="{3B784CD1-4496-487D-B9AE-E35483A2DCCA}">
      <dgm:prSet/>
      <dgm:spPr/>
      <dgm:t>
        <a:bodyPr/>
        <a:lstStyle/>
        <a:p>
          <a:endParaRPr lang="en-US"/>
        </a:p>
      </dgm:t>
    </dgm:pt>
    <dgm:pt modelId="{C6478760-F4DC-47C7-81C4-70BAE1B5FD51}">
      <dgm:prSet/>
      <dgm:spPr/>
      <dgm:t>
        <a:bodyPr/>
        <a:lstStyle/>
        <a:p>
          <a:r>
            <a:rPr lang="en-US"/>
            <a:t>Example 2: Line Chart:   Use when displaying trends over time.</a:t>
          </a:r>
        </a:p>
      </dgm:t>
    </dgm:pt>
    <dgm:pt modelId="{71A8F7A7-4D82-4236-AA55-CFDBE3EF5EBD}" type="parTrans" cxnId="{38712AFD-B602-49E3-9ACC-B4470B3A7627}">
      <dgm:prSet/>
      <dgm:spPr/>
      <dgm:t>
        <a:bodyPr/>
        <a:lstStyle/>
        <a:p>
          <a:endParaRPr lang="en-US"/>
        </a:p>
      </dgm:t>
    </dgm:pt>
    <dgm:pt modelId="{A4869ADD-4EE5-4A38-856F-95A2CA4FBFBB}" type="sibTrans" cxnId="{38712AFD-B602-49E3-9ACC-B4470B3A7627}">
      <dgm:prSet/>
      <dgm:spPr/>
      <dgm:t>
        <a:bodyPr/>
        <a:lstStyle/>
        <a:p>
          <a:endParaRPr lang="en-US"/>
        </a:p>
      </dgm:t>
    </dgm:pt>
    <dgm:pt modelId="{CF66C972-6934-46AD-B965-F78156A62371}">
      <dgm:prSet/>
      <dgm:spPr/>
      <dgm:t>
        <a:bodyPr/>
        <a:lstStyle/>
        <a:p>
          <a:r>
            <a:rPr lang="en-US"/>
            <a:t>Example 3: Pie Chart:   Use to display proportions.</a:t>
          </a:r>
        </a:p>
      </dgm:t>
    </dgm:pt>
    <dgm:pt modelId="{0DA51378-E484-498B-9B7B-E6E0EAA1AC07}" type="parTrans" cxnId="{00B73FB5-6A6A-4025-B2E1-B0A2D035C11D}">
      <dgm:prSet/>
      <dgm:spPr/>
      <dgm:t>
        <a:bodyPr/>
        <a:lstStyle/>
        <a:p>
          <a:endParaRPr lang="en-US"/>
        </a:p>
      </dgm:t>
    </dgm:pt>
    <dgm:pt modelId="{4F51420E-E4AB-4130-8FF8-C971475BFB05}" type="sibTrans" cxnId="{00B73FB5-6A6A-4025-B2E1-B0A2D035C11D}">
      <dgm:prSet/>
      <dgm:spPr/>
      <dgm:t>
        <a:bodyPr/>
        <a:lstStyle/>
        <a:p>
          <a:endParaRPr lang="en-US"/>
        </a:p>
      </dgm:t>
    </dgm:pt>
    <dgm:pt modelId="{F5284877-E364-4777-9545-4CF32944776F}">
      <dgm:prSet/>
      <dgm:spPr/>
      <dgm:t>
        <a:bodyPr/>
        <a:lstStyle/>
        <a:p>
          <a:r>
            <a:rPr lang="en-US"/>
            <a:t>Example 4: Scatter Plot:   Use to show the relationship between 2 variables.</a:t>
          </a:r>
        </a:p>
      </dgm:t>
    </dgm:pt>
    <dgm:pt modelId="{0F9A9C4F-2813-41E7-9FE0-20FA8C24ADA2}" type="parTrans" cxnId="{547E0C4B-A5D1-48D6-86F8-0CC09F882C70}">
      <dgm:prSet/>
      <dgm:spPr/>
      <dgm:t>
        <a:bodyPr/>
        <a:lstStyle/>
        <a:p>
          <a:endParaRPr lang="en-US"/>
        </a:p>
      </dgm:t>
    </dgm:pt>
    <dgm:pt modelId="{16502824-4E90-47F4-8E9C-DF5AFDE0D25F}" type="sibTrans" cxnId="{547E0C4B-A5D1-48D6-86F8-0CC09F882C70}">
      <dgm:prSet/>
      <dgm:spPr/>
      <dgm:t>
        <a:bodyPr/>
        <a:lstStyle/>
        <a:p>
          <a:endParaRPr lang="en-US"/>
        </a:p>
      </dgm:t>
    </dgm:pt>
    <dgm:pt modelId="{0AF2C568-4F5B-4B9B-8467-664F7FE3F012}">
      <dgm:prSet/>
      <dgm:spPr/>
      <dgm:t>
        <a:bodyPr/>
        <a:lstStyle/>
        <a:p>
          <a:r>
            <a:rPr lang="en-US"/>
            <a:t>Example 5: Heatmap:   Used to represent data by color intensity.</a:t>
          </a:r>
        </a:p>
      </dgm:t>
    </dgm:pt>
    <dgm:pt modelId="{B6B1258F-1991-451E-BC50-00C7730E0A4C}" type="parTrans" cxnId="{C38B32DE-4DA1-4B9D-A208-E4DB188464A1}">
      <dgm:prSet/>
      <dgm:spPr/>
      <dgm:t>
        <a:bodyPr/>
        <a:lstStyle/>
        <a:p>
          <a:endParaRPr lang="en-US"/>
        </a:p>
      </dgm:t>
    </dgm:pt>
    <dgm:pt modelId="{4D6382BC-BBDE-408C-8F4F-C463FA8F4072}" type="sibTrans" cxnId="{C38B32DE-4DA1-4B9D-A208-E4DB188464A1}">
      <dgm:prSet/>
      <dgm:spPr/>
      <dgm:t>
        <a:bodyPr/>
        <a:lstStyle/>
        <a:p>
          <a:endParaRPr lang="en-US"/>
        </a:p>
      </dgm:t>
    </dgm:pt>
    <dgm:pt modelId="{5D96DDCF-F811-4979-AAB4-9426C0ED768D}" type="pres">
      <dgm:prSet presAssocID="{CCCF69CA-A681-43D9-AFC4-839CE9616A91}" presName="linear" presStyleCnt="0">
        <dgm:presLayoutVars>
          <dgm:animLvl val="lvl"/>
          <dgm:resizeHandles val="exact"/>
        </dgm:presLayoutVars>
      </dgm:prSet>
      <dgm:spPr/>
    </dgm:pt>
    <dgm:pt modelId="{E65768C9-5C55-4C8C-8924-202D443C03A9}" type="pres">
      <dgm:prSet presAssocID="{DD40D04D-BB68-447D-AC82-B44390C578D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F343CA5-38AC-40F9-9B77-B916BFDE1B04}" type="pres">
      <dgm:prSet presAssocID="{EA8BEC2A-FF20-42A5-88C2-10D8ECB69CC1}" presName="spacer" presStyleCnt="0"/>
      <dgm:spPr/>
    </dgm:pt>
    <dgm:pt modelId="{1BB53A28-8113-4365-B612-F17225426C0D}" type="pres">
      <dgm:prSet presAssocID="{C6478760-F4DC-47C7-81C4-70BAE1B5FD5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82FC0B1-DAB2-47AF-AB41-7CE7C53B701B}" type="pres">
      <dgm:prSet presAssocID="{A4869ADD-4EE5-4A38-856F-95A2CA4FBFBB}" presName="spacer" presStyleCnt="0"/>
      <dgm:spPr/>
    </dgm:pt>
    <dgm:pt modelId="{C9FF4326-99C1-4196-BE03-04BDC688F1FB}" type="pres">
      <dgm:prSet presAssocID="{CF66C972-6934-46AD-B965-F78156A6237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7F56B40-931C-4488-90F2-A64539A8B3BE}" type="pres">
      <dgm:prSet presAssocID="{4F51420E-E4AB-4130-8FF8-C971475BFB05}" presName="spacer" presStyleCnt="0"/>
      <dgm:spPr/>
    </dgm:pt>
    <dgm:pt modelId="{9EB5591E-48B2-4BB5-9D89-C4373B769547}" type="pres">
      <dgm:prSet presAssocID="{F5284877-E364-4777-9545-4CF32944776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68C07A9-8268-4E98-A266-2E970E06BC99}" type="pres">
      <dgm:prSet presAssocID="{16502824-4E90-47F4-8E9C-DF5AFDE0D25F}" presName="spacer" presStyleCnt="0"/>
      <dgm:spPr/>
    </dgm:pt>
    <dgm:pt modelId="{97AFEB69-3CE9-4C50-B193-C6C19596C6BE}" type="pres">
      <dgm:prSet presAssocID="{0AF2C568-4F5B-4B9B-8467-664F7FE3F01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D6BF21D-584E-4B16-A9FA-38343D926923}" type="presOf" srcId="{0AF2C568-4F5B-4B9B-8467-664F7FE3F012}" destId="{97AFEB69-3CE9-4C50-B193-C6C19596C6BE}" srcOrd="0" destOrd="0" presId="urn:microsoft.com/office/officeart/2005/8/layout/vList2"/>
    <dgm:cxn modelId="{547E0C4B-A5D1-48D6-86F8-0CC09F882C70}" srcId="{CCCF69CA-A681-43D9-AFC4-839CE9616A91}" destId="{F5284877-E364-4777-9545-4CF32944776F}" srcOrd="3" destOrd="0" parTransId="{0F9A9C4F-2813-41E7-9FE0-20FA8C24ADA2}" sibTransId="{16502824-4E90-47F4-8E9C-DF5AFDE0D25F}"/>
    <dgm:cxn modelId="{C2E3C798-CDAA-40FC-A799-F8375CB43A4C}" type="presOf" srcId="{DD40D04D-BB68-447D-AC82-B44390C578D1}" destId="{E65768C9-5C55-4C8C-8924-202D443C03A9}" srcOrd="0" destOrd="0" presId="urn:microsoft.com/office/officeart/2005/8/layout/vList2"/>
    <dgm:cxn modelId="{43A017B1-F987-4B9F-802E-EAAA8CA9D4EE}" type="presOf" srcId="{CF66C972-6934-46AD-B965-F78156A62371}" destId="{C9FF4326-99C1-4196-BE03-04BDC688F1FB}" srcOrd="0" destOrd="0" presId="urn:microsoft.com/office/officeart/2005/8/layout/vList2"/>
    <dgm:cxn modelId="{00B73FB5-6A6A-4025-B2E1-B0A2D035C11D}" srcId="{CCCF69CA-A681-43D9-AFC4-839CE9616A91}" destId="{CF66C972-6934-46AD-B965-F78156A62371}" srcOrd="2" destOrd="0" parTransId="{0DA51378-E484-498B-9B7B-E6E0EAA1AC07}" sibTransId="{4F51420E-E4AB-4130-8FF8-C971475BFB05}"/>
    <dgm:cxn modelId="{3B784CD1-4496-487D-B9AE-E35483A2DCCA}" srcId="{CCCF69CA-A681-43D9-AFC4-839CE9616A91}" destId="{DD40D04D-BB68-447D-AC82-B44390C578D1}" srcOrd="0" destOrd="0" parTransId="{928BB2D0-23EA-4FEE-B858-B8E2D5C5ED4A}" sibTransId="{EA8BEC2A-FF20-42A5-88C2-10D8ECB69CC1}"/>
    <dgm:cxn modelId="{25A439D9-9C18-4D9E-B1BB-DC97E9508ED6}" type="presOf" srcId="{C6478760-F4DC-47C7-81C4-70BAE1B5FD51}" destId="{1BB53A28-8113-4365-B612-F17225426C0D}" srcOrd="0" destOrd="0" presId="urn:microsoft.com/office/officeart/2005/8/layout/vList2"/>
    <dgm:cxn modelId="{C38B32DE-4DA1-4B9D-A208-E4DB188464A1}" srcId="{CCCF69CA-A681-43D9-AFC4-839CE9616A91}" destId="{0AF2C568-4F5B-4B9B-8467-664F7FE3F012}" srcOrd="4" destOrd="0" parTransId="{B6B1258F-1991-451E-BC50-00C7730E0A4C}" sibTransId="{4D6382BC-BBDE-408C-8F4F-C463FA8F4072}"/>
    <dgm:cxn modelId="{62C4E1F8-ABAF-487B-925B-1D691F77FD1C}" type="presOf" srcId="{CCCF69CA-A681-43D9-AFC4-839CE9616A91}" destId="{5D96DDCF-F811-4979-AAB4-9426C0ED768D}" srcOrd="0" destOrd="0" presId="urn:microsoft.com/office/officeart/2005/8/layout/vList2"/>
    <dgm:cxn modelId="{38712AFD-B602-49E3-9ACC-B4470B3A7627}" srcId="{CCCF69CA-A681-43D9-AFC4-839CE9616A91}" destId="{C6478760-F4DC-47C7-81C4-70BAE1B5FD51}" srcOrd="1" destOrd="0" parTransId="{71A8F7A7-4D82-4236-AA55-CFDBE3EF5EBD}" sibTransId="{A4869ADD-4EE5-4A38-856F-95A2CA4FBFBB}"/>
    <dgm:cxn modelId="{C6ABF2FE-0C92-4F79-88DA-735C8E08CAC1}" type="presOf" srcId="{F5284877-E364-4777-9545-4CF32944776F}" destId="{9EB5591E-48B2-4BB5-9D89-C4373B769547}" srcOrd="0" destOrd="0" presId="urn:microsoft.com/office/officeart/2005/8/layout/vList2"/>
    <dgm:cxn modelId="{90E7636A-6BFE-4742-AEB8-83CBF383A400}" type="presParOf" srcId="{5D96DDCF-F811-4979-AAB4-9426C0ED768D}" destId="{E65768C9-5C55-4C8C-8924-202D443C03A9}" srcOrd="0" destOrd="0" presId="urn:microsoft.com/office/officeart/2005/8/layout/vList2"/>
    <dgm:cxn modelId="{1C4F9693-93DC-4D3D-8079-B406BAEA384A}" type="presParOf" srcId="{5D96DDCF-F811-4979-AAB4-9426C0ED768D}" destId="{AF343CA5-38AC-40F9-9B77-B916BFDE1B04}" srcOrd="1" destOrd="0" presId="urn:microsoft.com/office/officeart/2005/8/layout/vList2"/>
    <dgm:cxn modelId="{7D686B40-E8C7-42C0-B57F-243B9612D2D2}" type="presParOf" srcId="{5D96DDCF-F811-4979-AAB4-9426C0ED768D}" destId="{1BB53A28-8113-4365-B612-F17225426C0D}" srcOrd="2" destOrd="0" presId="urn:microsoft.com/office/officeart/2005/8/layout/vList2"/>
    <dgm:cxn modelId="{BAE05F36-DC41-4DAB-A61C-10F7D6976578}" type="presParOf" srcId="{5D96DDCF-F811-4979-AAB4-9426C0ED768D}" destId="{982FC0B1-DAB2-47AF-AB41-7CE7C53B701B}" srcOrd="3" destOrd="0" presId="urn:microsoft.com/office/officeart/2005/8/layout/vList2"/>
    <dgm:cxn modelId="{8BAFECB4-7EBE-4623-94D0-F1623729FCBF}" type="presParOf" srcId="{5D96DDCF-F811-4979-AAB4-9426C0ED768D}" destId="{C9FF4326-99C1-4196-BE03-04BDC688F1FB}" srcOrd="4" destOrd="0" presId="urn:microsoft.com/office/officeart/2005/8/layout/vList2"/>
    <dgm:cxn modelId="{A4A95232-CE59-4082-8A96-55597F066A96}" type="presParOf" srcId="{5D96DDCF-F811-4979-AAB4-9426C0ED768D}" destId="{C7F56B40-931C-4488-90F2-A64539A8B3BE}" srcOrd="5" destOrd="0" presId="urn:microsoft.com/office/officeart/2005/8/layout/vList2"/>
    <dgm:cxn modelId="{ADD32506-9985-418E-A3FB-BAD66855817D}" type="presParOf" srcId="{5D96DDCF-F811-4979-AAB4-9426C0ED768D}" destId="{9EB5591E-48B2-4BB5-9D89-C4373B769547}" srcOrd="6" destOrd="0" presId="urn:microsoft.com/office/officeart/2005/8/layout/vList2"/>
    <dgm:cxn modelId="{90A59538-6A7A-4CE1-8F49-85FA4AF7CF82}" type="presParOf" srcId="{5D96DDCF-F811-4979-AAB4-9426C0ED768D}" destId="{068C07A9-8268-4E98-A266-2E970E06BC99}" srcOrd="7" destOrd="0" presId="urn:microsoft.com/office/officeart/2005/8/layout/vList2"/>
    <dgm:cxn modelId="{EE4E263D-5C60-4AD2-9F1D-B261353D1771}" type="presParOf" srcId="{5D96DDCF-F811-4979-AAB4-9426C0ED768D}" destId="{97AFEB69-3CE9-4C50-B193-C6C19596C6B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DA0E829-7E4D-4F0D-95DA-02DD1AB69C9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BDC40B8-1AEA-4ED4-94BE-23C6269246D9}">
      <dgm:prSet/>
      <dgm:spPr/>
      <dgm:t>
        <a:bodyPr/>
        <a:lstStyle/>
        <a:p>
          <a:pPr>
            <a:defRPr cap="all"/>
          </a:pPr>
          <a:r>
            <a:rPr lang="en-US"/>
            <a:t>Spreadsheet Software</a:t>
          </a:r>
        </a:p>
      </dgm:t>
    </dgm:pt>
    <dgm:pt modelId="{40157BC9-A12C-464F-B4F4-8CC7403A69B2}" type="parTrans" cxnId="{309189E2-F828-438F-B425-31CAFDB9759E}">
      <dgm:prSet/>
      <dgm:spPr/>
      <dgm:t>
        <a:bodyPr/>
        <a:lstStyle/>
        <a:p>
          <a:endParaRPr lang="en-US"/>
        </a:p>
      </dgm:t>
    </dgm:pt>
    <dgm:pt modelId="{7D65F347-4BAF-4BA3-BEE6-C7342A5DED96}" type="sibTrans" cxnId="{309189E2-F828-438F-B425-31CAFDB9759E}">
      <dgm:prSet/>
      <dgm:spPr/>
      <dgm:t>
        <a:bodyPr/>
        <a:lstStyle/>
        <a:p>
          <a:endParaRPr lang="en-US"/>
        </a:p>
      </dgm:t>
    </dgm:pt>
    <dgm:pt modelId="{F6C207FA-7B9A-4184-A2D6-4E36AAB1A897}">
      <dgm:prSet/>
      <dgm:spPr/>
      <dgm:t>
        <a:bodyPr/>
        <a:lstStyle/>
        <a:p>
          <a:pPr>
            <a:defRPr cap="all"/>
          </a:pPr>
          <a:r>
            <a:rPr lang="en-US"/>
            <a:t>Data Visualization Software</a:t>
          </a:r>
        </a:p>
      </dgm:t>
    </dgm:pt>
    <dgm:pt modelId="{E9AC115C-1902-449E-93EB-6B2D4DF1CC55}" type="parTrans" cxnId="{AEF6439D-5290-4ACC-BB68-23DA7BE00C8B}">
      <dgm:prSet/>
      <dgm:spPr/>
      <dgm:t>
        <a:bodyPr/>
        <a:lstStyle/>
        <a:p>
          <a:endParaRPr lang="en-US"/>
        </a:p>
      </dgm:t>
    </dgm:pt>
    <dgm:pt modelId="{E5A2C83B-0170-468E-9935-8D6CA8922F63}" type="sibTrans" cxnId="{AEF6439D-5290-4ACC-BB68-23DA7BE00C8B}">
      <dgm:prSet/>
      <dgm:spPr/>
      <dgm:t>
        <a:bodyPr/>
        <a:lstStyle/>
        <a:p>
          <a:endParaRPr lang="en-US"/>
        </a:p>
      </dgm:t>
    </dgm:pt>
    <dgm:pt modelId="{E5485D41-EABF-417F-B85B-193BAF97DA67}">
      <dgm:prSet/>
      <dgm:spPr/>
      <dgm:t>
        <a:bodyPr/>
        <a:lstStyle/>
        <a:p>
          <a:pPr>
            <a:defRPr cap="all"/>
          </a:pPr>
          <a:r>
            <a:rPr lang="en-US"/>
            <a:t>Statistical Programming Languages</a:t>
          </a:r>
        </a:p>
      </dgm:t>
    </dgm:pt>
    <dgm:pt modelId="{72F6765A-5CB2-44D5-94C5-BA777CB51EF4}" type="parTrans" cxnId="{F97EF7ED-D8BB-4808-8A95-17AB54A932DF}">
      <dgm:prSet/>
      <dgm:spPr/>
      <dgm:t>
        <a:bodyPr/>
        <a:lstStyle/>
        <a:p>
          <a:endParaRPr lang="en-US"/>
        </a:p>
      </dgm:t>
    </dgm:pt>
    <dgm:pt modelId="{1F9CF05B-2C49-4D8A-98B2-820330B93A78}" type="sibTrans" cxnId="{F97EF7ED-D8BB-4808-8A95-17AB54A932DF}">
      <dgm:prSet/>
      <dgm:spPr/>
      <dgm:t>
        <a:bodyPr/>
        <a:lstStyle/>
        <a:p>
          <a:endParaRPr lang="en-US"/>
        </a:p>
      </dgm:t>
    </dgm:pt>
    <dgm:pt modelId="{88DFA671-3A78-492C-AB23-7D6192AC79B2}">
      <dgm:prSet/>
      <dgm:spPr/>
      <dgm:t>
        <a:bodyPr/>
        <a:lstStyle/>
        <a:p>
          <a:pPr>
            <a:defRPr cap="all"/>
          </a:pPr>
          <a:r>
            <a:rPr lang="en-US"/>
            <a:t>Specialized Visualization Tools</a:t>
          </a:r>
        </a:p>
      </dgm:t>
    </dgm:pt>
    <dgm:pt modelId="{89D895EB-12F5-4849-A494-CDDAFAA0E742}" type="parTrans" cxnId="{067AA35F-E63C-42E2-8767-3038714D2A7B}">
      <dgm:prSet/>
      <dgm:spPr/>
      <dgm:t>
        <a:bodyPr/>
        <a:lstStyle/>
        <a:p>
          <a:endParaRPr lang="en-US"/>
        </a:p>
      </dgm:t>
    </dgm:pt>
    <dgm:pt modelId="{779CEECC-38A8-46AA-AF18-54A4121CE3B8}" type="sibTrans" cxnId="{067AA35F-E63C-42E2-8767-3038714D2A7B}">
      <dgm:prSet/>
      <dgm:spPr/>
      <dgm:t>
        <a:bodyPr/>
        <a:lstStyle/>
        <a:p>
          <a:endParaRPr lang="en-US"/>
        </a:p>
      </dgm:t>
    </dgm:pt>
    <dgm:pt modelId="{518191FF-CA1E-414B-89F8-84DDC043197D}" type="pres">
      <dgm:prSet presAssocID="{4DA0E829-7E4D-4F0D-95DA-02DD1AB69C9E}" presName="root" presStyleCnt="0">
        <dgm:presLayoutVars>
          <dgm:dir/>
          <dgm:resizeHandles val="exact"/>
        </dgm:presLayoutVars>
      </dgm:prSet>
      <dgm:spPr/>
    </dgm:pt>
    <dgm:pt modelId="{E5179078-A452-4D69-B2CE-2F9FFA39E1C7}" type="pres">
      <dgm:prSet presAssocID="{DBDC40B8-1AEA-4ED4-94BE-23C6269246D9}" presName="compNode" presStyleCnt="0"/>
      <dgm:spPr/>
    </dgm:pt>
    <dgm:pt modelId="{0CF47869-1378-4D4B-AB10-0C5CB427D3E3}" type="pres">
      <dgm:prSet presAssocID="{DBDC40B8-1AEA-4ED4-94BE-23C6269246D9}" presName="iconBgRect" presStyleLbl="bgShp" presStyleIdx="0" presStyleCnt="4"/>
      <dgm:spPr/>
    </dgm:pt>
    <dgm:pt modelId="{ED499C19-2F07-4C03-8986-DBEEABF1AC6A}" type="pres">
      <dgm:prSet presAssocID="{DBDC40B8-1AEA-4ED4-94BE-23C6269246D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63124F5-6F13-421B-B25A-206F292A3C84}" type="pres">
      <dgm:prSet presAssocID="{DBDC40B8-1AEA-4ED4-94BE-23C6269246D9}" presName="spaceRect" presStyleCnt="0"/>
      <dgm:spPr/>
    </dgm:pt>
    <dgm:pt modelId="{3B549BAC-8A09-4908-B724-E98331E38C71}" type="pres">
      <dgm:prSet presAssocID="{DBDC40B8-1AEA-4ED4-94BE-23C6269246D9}" presName="textRect" presStyleLbl="revTx" presStyleIdx="0" presStyleCnt="4">
        <dgm:presLayoutVars>
          <dgm:chMax val="1"/>
          <dgm:chPref val="1"/>
        </dgm:presLayoutVars>
      </dgm:prSet>
      <dgm:spPr/>
    </dgm:pt>
    <dgm:pt modelId="{BC48EC09-B9AC-4332-B13A-6CEB0E6158A4}" type="pres">
      <dgm:prSet presAssocID="{7D65F347-4BAF-4BA3-BEE6-C7342A5DED96}" presName="sibTrans" presStyleCnt="0"/>
      <dgm:spPr/>
    </dgm:pt>
    <dgm:pt modelId="{E8A30221-3072-4A24-B3ED-BD1429E0627C}" type="pres">
      <dgm:prSet presAssocID="{F6C207FA-7B9A-4184-A2D6-4E36AAB1A897}" presName="compNode" presStyleCnt="0"/>
      <dgm:spPr/>
    </dgm:pt>
    <dgm:pt modelId="{619F474B-EF2A-495D-BE8D-17A6F95925D8}" type="pres">
      <dgm:prSet presAssocID="{F6C207FA-7B9A-4184-A2D6-4E36AAB1A897}" presName="iconBgRect" presStyleLbl="bgShp" presStyleIdx="1" presStyleCnt="4"/>
      <dgm:spPr/>
    </dgm:pt>
    <dgm:pt modelId="{368FC087-EC33-4EE9-8D41-A0D18F2CADD9}" type="pres">
      <dgm:prSet presAssocID="{F6C207FA-7B9A-4184-A2D6-4E36AAB1A89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F7CECF6-9047-419C-B285-E3A5E8CD7C0B}" type="pres">
      <dgm:prSet presAssocID="{F6C207FA-7B9A-4184-A2D6-4E36AAB1A897}" presName="spaceRect" presStyleCnt="0"/>
      <dgm:spPr/>
    </dgm:pt>
    <dgm:pt modelId="{8511AD83-9197-4E44-891F-CB464320B15B}" type="pres">
      <dgm:prSet presAssocID="{F6C207FA-7B9A-4184-A2D6-4E36AAB1A897}" presName="textRect" presStyleLbl="revTx" presStyleIdx="1" presStyleCnt="4">
        <dgm:presLayoutVars>
          <dgm:chMax val="1"/>
          <dgm:chPref val="1"/>
        </dgm:presLayoutVars>
      </dgm:prSet>
      <dgm:spPr/>
    </dgm:pt>
    <dgm:pt modelId="{992E3C11-69DA-42D4-B693-C77DEEEF542A}" type="pres">
      <dgm:prSet presAssocID="{E5A2C83B-0170-468E-9935-8D6CA8922F63}" presName="sibTrans" presStyleCnt="0"/>
      <dgm:spPr/>
    </dgm:pt>
    <dgm:pt modelId="{36F1F560-8D15-4648-AA24-6743F05042BA}" type="pres">
      <dgm:prSet presAssocID="{E5485D41-EABF-417F-B85B-193BAF97DA67}" presName="compNode" presStyleCnt="0"/>
      <dgm:spPr/>
    </dgm:pt>
    <dgm:pt modelId="{8977630F-3D03-4C29-84EF-5B1FE6357843}" type="pres">
      <dgm:prSet presAssocID="{E5485D41-EABF-417F-B85B-193BAF97DA67}" presName="iconBgRect" presStyleLbl="bgShp" presStyleIdx="2" presStyleCnt="4"/>
      <dgm:spPr/>
    </dgm:pt>
    <dgm:pt modelId="{92911D70-0F02-433F-BA79-F4184354F0D8}" type="pres">
      <dgm:prSet presAssocID="{E5485D41-EABF-417F-B85B-193BAF97DA6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322DA1B-EA5E-4F4C-B009-A45E42D3A75C}" type="pres">
      <dgm:prSet presAssocID="{E5485D41-EABF-417F-B85B-193BAF97DA67}" presName="spaceRect" presStyleCnt="0"/>
      <dgm:spPr/>
    </dgm:pt>
    <dgm:pt modelId="{23138097-7F44-433C-9065-9D1187097659}" type="pres">
      <dgm:prSet presAssocID="{E5485D41-EABF-417F-B85B-193BAF97DA67}" presName="textRect" presStyleLbl="revTx" presStyleIdx="2" presStyleCnt="4">
        <dgm:presLayoutVars>
          <dgm:chMax val="1"/>
          <dgm:chPref val="1"/>
        </dgm:presLayoutVars>
      </dgm:prSet>
      <dgm:spPr/>
    </dgm:pt>
    <dgm:pt modelId="{CB6A655D-5AC4-4775-833F-83BF098DBE07}" type="pres">
      <dgm:prSet presAssocID="{1F9CF05B-2C49-4D8A-98B2-820330B93A78}" presName="sibTrans" presStyleCnt="0"/>
      <dgm:spPr/>
    </dgm:pt>
    <dgm:pt modelId="{DB95BB17-3F54-49BB-9FC4-931789404D47}" type="pres">
      <dgm:prSet presAssocID="{88DFA671-3A78-492C-AB23-7D6192AC79B2}" presName="compNode" presStyleCnt="0"/>
      <dgm:spPr/>
    </dgm:pt>
    <dgm:pt modelId="{480C5034-5CF5-4EB7-BD99-6A2B9A9B7F7A}" type="pres">
      <dgm:prSet presAssocID="{88DFA671-3A78-492C-AB23-7D6192AC79B2}" presName="iconBgRect" presStyleLbl="bgShp" presStyleIdx="3" presStyleCnt="4"/>
      <dgm:spPr/>
    </dgm:pt>
    <dgm:pt modelId="{5FA618CA-978F-4ADF-B985-4584FE33FBB2}" type="pres">
      <dgm:prSet presAssocID="{88DFA671-3A78-492C-AB23-7D6192AC79B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B1C6E96-3A7B-46DC-BA1B-266D1832519C}" type="pres">
      <dgm:prSet presAssocID="{88DFA671-3A78-492C-AB23-7D6192AC79B2}" presName="spaceRect" presStyleCnt="0"/>
      <dgm:spPr/>
    </dgm:pt>
    <dgm:pt modelId="{2714EB67-9C23-4B0E-B46E-642ED649C80B}" type="pres">
      <dgm:prSet presAssocID="{88DFA671-3A78-492C-AB23-7D6192AC79B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7655018-3293-4776-B45E-BFE0BB2C6726}" type="presOf" srcId="{4DA0E829-7E4D-4F0D-95DA-02DD1AB69C9E}" destId="{518191FF-CA1E-414B-89F8-84DDC043197D}" srcOrd="0" destOrd="0" presId="urn:microsoft.com/office/officeart/2018/5/layout/IconCircleLabelList"/>
    <dgm:cxn modelId="{067AA35F-E63C-42E2-8767-3038714D2A7B}" srcId="{4DA0E829-7E4D-4F0D-95DA-02DD1AB69C9E}" destId="{88DFA671-3A78-492C-AB23-7D6192AC79B2}" srcOrd="3" destOrd="0" parTransId="{89D895EB-12F5-4849-A494-CDDAFAA0E742}" sibTransId="{779CEECC-38A8-46AA-AF18-54A4121CE3B8}"/>
    <dgm:cxn modelId="{D568F765-BA13-4F42-A556-5EA5A1975AD9}" type="presOf" srcId="{DBDC40B8-1AEA-4ED4-94BE-23C6269246D9}" destId="{3B549BAC-8A09-4908-B724-E98331E38C71}" srcOrd="0" destOrd="0" presId="urn:microsoft.com/office/officeart/2018/5/layout/IconCircleLabelList"/>
    <dgm:cxn modelId="{FDEB1A58-F1AB-440C-9DD3-168607B4AF3B}" type="presOf" srcId="{88DFA671-3A78-492C-AB23-7D6192AC79B2}" destId="{2714EB67-9C23-4B0E-B46E-642ED649C80B}" srcOrd="0" destOrd="0" presId="urn:microsoft.com/office/officeart/2018/5/layout/IconCircleLabelList"/>
    <dgm:cxn modelId="{D6E4B888-4EC2-4DE7-9439-DA7BC0271CE6}" type="presOf" srcId="{F6C207FA-7B9A-4184-A2D6-4E36AAB1A897}" destId="{8511AD83-9197-4E44-891F-CB464320B15B}" srcOrd="0" destOrd="0" presId="urn:microsoft.com/office/officeart/2018/5/layout/IconCircleLabelList"/>
    <dgm:cxn modelId="{AEF6439D-5290-4ACC-BB68-23DA7BE00C8B}" srcId="{4DA0E829-7E4D-4F0D-95DA-02DD1AB69C9E}" destId="{F6C207FA-7B9A-4184-A2D6-4E36AAB1A897}" srcOrd="1" destOrd="0" parTransId="{E9AC115C-1902-449E-93EB-6B2D4DF1CC55}" sibTransId="{E5A2C83B-0170-468E-9935-8D6CA8922F63}"/>
    <dgm:cxn modelId="{34A74DA4-BB0A-4648-89E8-16F9B3768997}" type="presOf" srcId="{E5485D41-EABF-417F-B85B-193BAF97DA67}" destId="{23138097-7F44-433C-9065-9D1187097659}" srcOrd="0" destOrd="0" presId="urn:microsoft.com/office/officeart/2018/5/layout/IconCircleLabelList"/>
    <dgm:cxn modelId="{309189E2-F828-438F-B425-31CAFDB9759E}" srcId="{4DA0E829-7E4D-4F0D-95DA-02DD1AB69C9E}" destId="{DBDC40B8-1AEA-4ED4-94BE-23C6269246D9}" srcOrd="0" destOrd="0" parTransId="{40157BC9-A12C-464F-B4F4-8CC7403A69B2}" sibTransId="{7D65F347-4BAF-4BA3-BEE6-C7342A5DED96}"/>
    <dgm:cxn modelId="{F97EF7ED-D8BB-4808-8A95-17AB54A932DF}" srcId="{4DA0E829-7E4D-4F0D-95DA-02DD1AB69C9E}" destId="{E5485D41-EABF-417F-B85B-193BAF97DA67}" srcOrd="2" destOrd="0" parTransId="{72F6765A-5CB2-44D5-94C5-BA777CB51EF4}" sibTransId="{1F9CF05B-2C49-4D8A-98B2-820330B93A78}"/>
    <dgm:cxn modelId="{5A7BD761-E619-499D-A136-94AB56782224}" type="presParOf" srcId="{518191FF-CA1E-414B-89F8-84DDC043197D}" destId="{E5179078-A452-4D69-B2CE-2F9FFA39E1C7}" srcOrd="0" destOrd="0" presId="urn:microsoft.com/office/officeart/2018/5/layout/IconCircleLabelList"/>
    <dgm:cxn modelId="{95184E8B-D179-456C-8440-7FB18E4E83A6}" type="presParOf" srcId="{E5179078-A452-4D69-B2CE-2F9FFA39E1C7}" destId="{0CF47869-1378-4D4B-AB10-0C5CB427D3E3}" srcOrd="0" destOrd="0" presId="urn:microsoft.com/office/officeart/2018/5/layout/IconCircleLabelList"/>
    <dgm:cxn modelId="{DD4C1260-78A6-4821-BA38-29CEABEE40BA}" type="presParOf" srcId="{E5179078-A452-4D69-B2CE-2F9FFA39E1C7}" destId="{ED499C19-2F07-4C03-8986-DBEEABF1AC6A}" srcOrd="1" destOrd="0" presId="urn:microsoft.com/office/officeart/2018/5/layout/IconCircleLabelList"/>
    <dgm:cxn modelId="{94D8ADF3-FBFA-434B-9A44-F65DD6337129}" type="presParOf" srcId="{E5179078-A452-4D69-B2CE-2F9FFA39E1C7}" destId="{363124F5-6F13-421B-B25A-206F292A3C84}" srcOrd="2" destOrd="0" presId="urn:microsoft.com/office/officeart/2018/5/layout/IconCircleLabelList"/>
    <dgm:cxn modelId="{53C5DEDA-3686-4C1F-AE37-A882D4610B60}" type="presParOf" srcId="{E5179078-A452-4D69-B2CE-2F9FFA39E1C7}" destId="{3B549BAC-8A09-4908-B724-E98331E38C71}" srcOrd="3" destOrd="0" presId="urn:microsoft.com/office/officeart/2018/5/layout/IconCircleLabelList"/>
    <dgm:cxn modelId="{FFC1C816-66E5-4044-9E53-296EFD8CD381}" type="presParOf" srcId="{518191FF-CA1E-414B-89F8-84DDC043197D}" destId="{BC48EC09-B9AC-4332-B13A-6CEB0E6158A4}" srcOrd="1" destOrd="0" presId="urn:microsoft.com/office/officeart/2018/5/layout/IconCircleLabelList"/>
    <dgm:cxn modelId="{5570FD9F-B700-4F06-86E3-41D195E9C703}" type="presParOf" srcId="{518191FF-CA1E-414B-89F8-84DDC043197D}" destId="{E8A30221-3072-4A24-B3ED-BD1429E0627C}" srcOrd="2" destOrd="0" presId="urn:microsoft.com/office/officeart/2018/5/layout/IconCircleLabelList"/>
    <dgm:cxn modelId="{C7D6F912-093E-4244-8C3C-0BEB2A12802A}" type="presParOf" srcId="{E8A30221-3072-4A24-B3ED-BD1429E0627C}" destId="{619F474B-EF2A-495D-BE8D-17A6F95925D8}" srcOrd="0" destOrd="0" presId="urn:microsoft.com/office/officeart/2018/5/layout/IconCircleLabelList"/>
    <dgm:cxn modelId="{415981CD-5366-48D7-AC90-5EC80AB0EB1B}" type="presParOf" srcId="{E8A30221-3072-4A24-B3ED-BD1429E0627C}" destId="{368FC087-EC33-4EE9-8D41-A0D18F2CADD9}" srcOrd="1" destOrd="0" presId="urn:microsoft.com/office/officeart/2018/5/layout/IconCircleLabelList"/>
    <dgm:cxn modelId="{806C4A02-7FF0-49AA-BC07-30256427589A}" type="presParOf" srcId="{E8A30221-3072-4A24-B3ED-BD1429E0627C}" destId="{CF7CECF6-9047-419C-B285-E3A5E8CD7C0B}" srcOrd="2" destOrd="0" presId="urn:microsoft.com/office/officeart/2018/5/layout/IconCircleLabelList"/>
    <dgm:cxn modelId="{9D391AAC-FCBE-48DE-9905-99A047092AB0}" type="presParOf" srcId="{E8A30221-3072-4A24-B3ED-BD1429E0627C}" destId="{8511AD83-9197-4E44-891F-CB464320B15B}" srcOrd="3" destOrd="0" presId="urn:microsoft.com/office/officeart/2018/5/layout/IconCircleLabelList"/>
    <dgm:cxn modelId="{8B9F8315-C76C-4D9C-A67A-6EF7F8ACC57F}" type="presParOf" srcId="{518191FF-CA1E-414B-89F8-84DDC043197D}" destId="{992E3C11-69DA-42D4-B693-C77DEEEF542A}" srcOrd="3" destOrd="0" presId="urn:microsoft.com/office/officeart/2018/5/layout/IconCircleLabelList"/>
    <dgm:cxn modelId="{98242CAD-1C6C-4F93-B552-461C6F7A6B6B}" type="presParOf" srcId="{518191FF-CA1E-414B-89F8-84DDC043197D}" destId="{36F1F560-8D15-4648-AA24-6743F05042BA}" srcOrd="4" destOrd="0" presId="urn:microsoft.com/office/officeart/2018/5/layout/IconCircleLabelList"/>
    <dgm:cxn modelId="{FCDE1B81-015C-4536-9E52-798CB2FF64DE}" type="presParOf" srcId="{36F1F560-8D15-4648-AA24-6743F05042BA}" destId="{8977630F-3D03-4C29-84EF-5B1FE6357843}" srcOrd="0" destOrd="0" presId="urn:microsoft.com/office/officeart/2018/5/layout/IconCircleLabelList"/>
    <dgm:cxn modelId="{201E023D-1FDC-4491-8508-49D6E9CEC389}" type="presParOf" srcId="{36F1F560-8D15-4648-AA24-6743F05042BA}" destId="{92911D70-0F02-433F-BA79-F4184354F0D8}" srcOrd="1" destOrd="0" presId="urn:microsoft.com/office/officeart/2018/5/layout/IconCircleLabelList"/>
    <dgm:cxn modelId="{F1A643F3-614C-4B7A-85E0-3D545EBD80C2}" type="presParOf" srcId="{36F1F560-8D15-4648-AA24-6743F05042BA}" destId="{2322DA1B-EA5E-4F4C-B009-A45E42D3A75C}" srcOrd="2" destOrd="0" presId="urn:microsoft.com/office/officeart/2018/5/layout/IconCircleLabelList"/>
    <dgm:cxn modelId="{ECE459E9-101C-4521-AE14-3BC9CA4BA14B}" type="presParOf" srcId="{36F1F560-8D15-4648-AA24-6743F05042BA}" destId="{23138097-7F44-433C-9065-9D1187097659}" srcOrd="3" destOrd="0" presId="urn:microsoft.com/office/officeart/2018/5/layout/IconCircleLabelList"/>
    <dgm:cxn modelId="{AA0714A1-8F3A-45A5-A85C-18B6CBE9F5A0}" type="presParOf" srcId="{518191FF-CA1E-414B-89F8-84DDC043197D}" destId="{CB6A655D-5AC4-4775-833F-83BF098DBE07}" srcOrd="5" destOrd="0" presId="urn:microsoft.com/office/officeart/2018/5/layout/IconCircleLabelList"/>
    <dgm:cxn modelId="{454CC8DC-EEE5-459E-85D7-98B483CB9016}" type="presParOf" srcId="{518191FF-CA1E-414B-89F8-84DDC043197D}" destId="{DB95BB17-3F54-49BB-9FC4-931789404D47}" srcOrd="6" destOrd="0" presId="urn:microsoft.com/office/officeart/2018/5/layout/IconCircleLabelList"/>
    <dgm:cxn modelId="{BDD0A644-E90F-437E-8FE3-95A7ADB3F0F1}" type="presParOf" srcId="{DB95BB17-3F54-49BB-9FC4-931789404D47}" destId="{480C5034-5CF5-4EB7-BD99-6A2B9A9B7F7A}" srcOrd="0" destOrd="0" presId="urn:microsoft.com/office/officeart/2018/5/layout/IconCircleLabelList"/>
    <dgm:cxn modelId="{ADDE1874-4002-406A-8303-F32236BF3BD7}" type="presParOf" srcId="{DB95BB17-3F54-49BB-9FC4-931789404D47}" destId="{5FA618CA-978F-4ADF-B985-4584FE33FBB2}" srcOrd="1" destOrd="0" presId="urn:microsoft.com/office/officeart/2018/5/layout/IconCircleLabelList"/>
    <dgm:cxn modelId="{BD79A696-BF12-4B58-BC96-E993A581270C}" type="presParOf" srcId="{DB95BB17-3F54-49BB-9FC4-931789404D47}" destId="{1B1C6E96-3A7B-46DC-BA1B-266D1832519C}" srcOrd="2" destOrd="0" presId="urn:microsoft.com/office/officeart/2018/5/layout/IconCircleLabelList"/>
    <dgm:cxn modelId="{9F83C926-63CE-43D2-B6C0-06F2FB9912B4}" type="presParOf" srcId="{DB95BB17-3F54-49BB-9FC4-931789404D47}" destId="{2714EB67-9C23-4B0E-B46E-642ED649C80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B85EC5B-1F56-4DC8-8F77-BE40576008D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4603AAD-5232-4DFF-AABF-FFBF51CD86D3}">
      <dgm:prSet/>
      <dgm:spPr/>
      <dgm:t>
        <a:bodyPr/>
        <a:lstStyle/>
        <a:p>
          <a:pPr>
            <a:defRPr cap="all"/>
          </a:pPr>
          <a:r>
            <a:rPr lang="en-US"/>
            <a:t>GIS Software:   (ArcGIS, QGIS): Geospatial Data (Icon: Map)</a:t>
          </a:r>
        </a:p>
      </dgm:t>
    </dgm:pt>
    <dgm:pt modelId="{DB6F3A38-339F-4949-91DB-518EE0FB92A9}" type="parTrans" cxnId="{6927BDDB-B84D-43CA-B42B-4B69FD08A23B}">
      <dgm:prSet/>
      <dgm:spPr/>
      <dgm:t>
        <a:bodyPr/>
        <a:lstStyle/>
        <a:p>
          <a:endParaRPr lang="en-US"/>
        </a:p>
      </dgm:t>
    </dgm:pt>
    <dgm:pt modelId="{D9B5076F-07C6-4D13-89D9-8E0EBF746BB6}" type="sibTrans" cxnId="{6927BDDB-B84D-43CA-B42B-4B69FD08A23B}">
      <dgm:prSet/>
      <dgm:spPr/>
      <dgm:t>
        <a:bodyPr/>
        <a:lstStyle/>
        <a:p>
          <a:endParaRPr lang="en-US"/>
        </a:p>
      </dgm:t>
    </dgm:pt>
    <dgm:pt modelId="{83E9DD10-E4A5-408A-9B8A-D8A56B4F89DD}">
      <dgm:prSet/>
      <dgm:spPr/>
      <dgm:t>
        <a:bodyPr/>
        <a:lstStyle/>
        <a:p>
          <a:pPr>
            <a:defRPr cap="all"/>
          </a:pPr>
          <a:r>
            <a:rPr lang="en-US"/>
            <a:t>Network Visualization:   (Gephi, NodeXL): Relationships (Icon: Network/Nodes)</a:t>
          </a:r>
        </a:p>
      </dgm:t>
    </dgm:pt>
    <dgm:pt modelId="{15CA2E82-4230-4C76-8978-F738A3329670}" type="parTrans" cxnId="{DA3CEBB6-3189-48DC-A541-15A66959C751}">
      <dgm:prSet/>
      <dgm:spPr/>
      <dgm:t>
        <a:bodyPr/>
        <a:lstStyle/>
        <a:p>
          <a:endParaRPr lang="en-US"/>
        </a:p>
      </dgm:t>
    </dgm:pt>
    <dgm:pt modelId="{DBA2C982-BF85-4127-A5F8-0987C1E2E498}" type="sibTrans" cxnId="{DA3CEBB6-3189-48DC-A541-15A66959C751}">
      <dgm:prSet/>
      <dgm:spPr/>
      <dgm:t>
        <a:bodyPr/>
        <a:lstStyle/>
        <a:p>
          <a:endParaRPr lang="en-US"/>
        </a:p>
      </dgm:t>
    </dgm:pt>
    <dgm:pt modelId="{5A1F214F-66AE-436C-8383-A6E0529CFC8F}">
      <dgm:prSet/>
      <dgm:spPr/>
      <dgm:t>
        <a:bodyPr/>
        <a:lstStyle/>
        <a:p>
          <a:pPr>
            <a:defRPr cap="all"/>
          </a:pPr>
          <a:r>
            <a:rPr lang="en-US"/>
            <a:t>Infographics Tools:   (Canva, Piktochart): Engaging Infographics (Icon: Infographic Graphic)</a:t>
          </a:r>
        </a:p>
      </dgm:t>
    </dgm:pt>
    <dgm:pt modelId="{89AA6F0B-63CD-4E69-A205-EA9558F2F579}" type="parTrans" cxnId="{6B1ADAAA-0FEA-4BF2-9234-6BC811AE4DB3}">
      <dgm:prSet/>
      <dgm:spPr/>
      <dgm:t>
        <a:bodyPr/>
        <a:lstStyle/>
        <a:p>
          <a:endParaRPr lang="en-US"/>
        </a:p>
      </dgm:t>
    </dgm:pt>
    <dgm:pt modelId="{ED76960B-18E8-48EB-8782-7B56D2E2DAC2}" type="sibTrans" cxnId="{6B1ADAAA-0FEA-4BF2-9234-6BC811AE4DB3}">
      <dgm:prSet/>
      <dgm:spPr/>
      <dgm:t>
        <a:bodyPr/>
        <a:lstStyle/>
        <a:p>
          <a:endParaRPr lang="en-US"/>
        </a:p>
      </dgm:t>
    </dgm:pt>
    <dgm:pt modelId="{C53C4BA9-49D5-44CA-85C9-58D4E6D3B599}" type="pres">
      <dgm:prSet presAssocID="{DB85EC5B-1F56-4DC8-8F77-BE40576008D5}" presName="root" presStyleCnt="0">
        <dgm:presLayoutVars>
          <dgm:dir/>
          <dgm:resizeHandles val="exact"/>
        </dgm:presLayoutVars>
      </dgm:prSet>
      <dgm:spPr/>
    </dgm:pt>
    <dgm:pt modelId="{1D02B5D2-7A51-4DEC-94CD-AEE2B94E7E7B}" type="pres">
      <dgm:prSet presAssocID="{94603AAD-5232-4DFF-AABF-FFBF51CD86D3}" presName="compNode" presStyleCnt="0"/>
      <dgm:spPr/>
    </dgm:pt>
    <dgm:pt modelId="{94879209-AFFF-4E74-8DBD-5A999340DB88}" type="pres">
      <dgm:prSet presAssocID="{94603AAD-5232-4DFF-AABF-FFBF51CD86D3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BE0A97F-19F3-435D-83E7-2C6981839657}" type="pres">
      <dgm:prSet presAssocID="{94603AAD-5232-4DFF-AABF-FFBF51CD86D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D78FC7A3-C96B-460B-8F7B-9F9F99587496}" type="pres">
      <dgm:prSet presAssocID="{94603AAD-5232-4DFF-AABF-FFBF51CD86D3}" presName="spaceRect" presStyleCnt="0"/>
      <dgm:spPr/>
    </dgm:pt>
    <dgm:pt modelId="{433CD146-4E1B-4C79-92EA-A15BA6B74871}" type="pres">
      <dgm:prSet presAssocID="{94603AAD-5232-4DFF-AABF-FFBF51CD86D3}" presName="textRect" presStyleLbl="revTx" presStyleIdx="0" presStyleCnt="3">
        <dgm:presLayoutVars>
          <dgm:chMax val="1"/>
          <dgm:chPref val="1"/>
        </dgm:presLayoutVars>
      </dgm:prSet>
      <dgm:spPr/>
    </dgm:pt>
    <dgm:pt modelId="{4B247D0C-ED70-44D4-9412-E4D1FEFB6FFC}" type="pres">
      <dgm:prSet presAssocID="{D9B5076F-07C6-4D13-89D9-8E0EBF746BB6}" presName="sibTrans" presStyleCnt="0"/>
      <dgm:spPr/>
    </dgm:pt>
    <dgm:pt modelId="{A3653D85-D07F-42D2-947C-4736789A0A1C}" type="pres">
      <dgm:prSet presAssocID="{83E9DD10-E4A5-408A-9B8A-D8A56B4F89DD}" presName="compNode" presStyleCnt="0"/>
      <dgm:spPr/>
    </dgm:pt>
    <dgm:pt modelId="{A07530C9-C38E-49D7-9029-337DA2D0430D}" type="pres">
      <dgm:prSet presAssocID="{83E9DD10-E4A5-408A-9B8A-D8A56B4F89DD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832981C-4D5C-4741-82DA-14DCD2449EA5}" type="pres">
      <dgm:prSet presAssocID="{83E9DD10-E4A5-408A-9B8A-D8A56B4F89D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AA80273E-F98F-408E-83DF-FE267FCD6DA1}" type="pres">
      <dgm:prSet presAssocID="{83E9DD10-E4A5-408A-9B8A-D8A56B4F89DD}" presName="spaceRect" presStyleCnt="0"/>
      <dgm:spPr/>
    </dgm:pt>
    <dgm:pt modelId="{6F236B15-575A-4290-ABB1-53989A7DA70C}" type="pres">
      <dgm:prSet presAssocID="{83E9DD10-E4A5-408A-9B8A-D8A56B4F89DD}" presName="textRect" presStyleLbl="revTx" presStyleIdx="1" presStyleCnt="3">
        <dgm:presLayoutVars>
          <dgm:chMax val="1"/>
          <dgm:chPref val="1"/>
        </dgm:presLayoutVars>
      </dgm:prSet>
      <dgm:spPr/>
    </dgm:pt>
    <dgm:pt modelId="{B5433436-6810-498B-A458-13C1D796D027}" type="pres">
      <dgm:prSet presAssocID="{DBA2C982-BF85-4127-A5F8-0987C1E2E498}" presName="sibTrans" presStyleCnt="0"/>
      <dgm:spPr/>
    </dgm:pt>
    <dgm:pt modelId="{6B14582E-EAC4-4263-AA69-E69A97149718}" type="pres">
      <dgm:prSet presAssocID="{5A1F214F-66AE-436C-8383-A6E0529CFC8F}" presName="compNode" presStyleCnt="0"/>
      <dgm:spPr/>
    </dgm:pt>
    <dgm:pt modelId="{E307D0B1-7BE0-4C25-812C-BAF7BEEC5063}" type="pres">
      <dgm:prSet presAssocID="{5A1F214F-66AE-436C-8383-A6E0529CFC8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9711ECC-6AF6-4EEA-A5F3-F8BA9B4C97D6}" type="pres">
      <dgm:prSet presAssocID="{5A1F214F-66AE-436C-8383-A6E0529CFC8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C8277E5F-B9D6-421A-A827-AADAE5D7895C}" type="pres">
      <dgm:prSet presAssocID="{5A1F214F-66AE-436C-8383-A6E0529CFC8F}" presName="spaceRect" presStyleCnt="0"/>
      <dgm:spPr/>
    </dgm:pt>
    <dgm:pt modelId="{07E90F8A-AAB5-4EE9-9125-D325615A3CF8}" type="pres">
      <dgm:prSet presAssocID="{5A1F214F-66AE-436C-8383-A6E0529CFC8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573B81D-4D4A-4376-BB97-A477DA36051F}" type="presOf" srcId="{94603AAD-5232-4DFF-AABF-FFBF51CD86D3}" destId="{433CD146-4E1B-4C79-92EA-A15BA6B74871}" srcOrd="0" destOrd="0" presId="urn:microsoft.com/office/officeart/2018/5/layout/IconLeafLabelList"/>
    <dgm:cxn modelId="{0F95774F-13E3-452B-BB72-F70A0C730056}" type="presOf" srcId="{DB85EC5B-1F56-4DC8-8F77-BE40576008D5}" destId="{C53C4BA9-49D5-44CA-85C9-58D4E6D3B599}" srcOrd="0" destOrd="0" presId="urn:microsoft.com/office/officeart/2018/5/layout/IconLeafLabelList"/>
    <dgm:cxn modelId="{2C753D97-FFE7-4A55-8495-DF9E72025C18}" type="presOf" srcId="{83E9DD10-E4A5-408A-9B8A-D8A56B4F89DD}" destId="{6F236B15-575A-4290-ABB1-53989A7DA70C}" srcOrd="0" destOrd="0" presId="urn:microsoft.com/office/officeart/2018/5/layout/IconLeafLabelList"/>
    <dgm:cxn modelId="{6B1ADAAA-0FEA-4BF2-9234-6BC811AE4DB3}" srcId="{DB85EC5B-1F56-4DC8-8F77-BE40576008D5}" destId="{5A1F214F-66AE-436C-8383-A6E0529CFC8F}" srcOrd="2" destOrd="0" parTransId="{89AA6F0B-63CD-4E69-A205-EA9558F2F579}" sibTransId="{ED76960B-18E8-48EB-8782-7B56D2E2DAC2}"/>
    <dgm:cxn modelId="{DA3CEBB6-3189-48DC-A541-15A66959C751}" srcId="{DB85EC5B-1F56-4DC8-8F77-BE40576008D5}" destId="{83E9DD10-E4A5-408A-9B8A-D8A56B4F89DD}" srcOrd="1" destOrd="0" parTransId="{15CA2E82-4230-4C76-8978-F738A3329670}" sibTransId="{DBA2C982-BF85-4127-A5F8-0987C1E2E498}"/>
    <dgm:cxn modelId="{EF291FC4-CE32-4A83-B43F-26D71C665BF8}" type="presOf" srcId="{5A1F214F-66AE-436C-8383-A6E0529CFC8F}" destId="{07E90F8A-AAB5-4EE9-9125-D325615A3CF8}" srcOrd="0" destOrd="0" presId="urn:microsoft.com/office/officeart/2018/5/layout/IconLeafLabelList"/>
    <dgm:cxn modelId="{6927BDDB-B84D-43CA-B42B-4B69FD08A23B}" srcId="{DB85EC5B-1F56-4DC8-8F77-BE40576008D5}" destId="{94603AAD-5232-4DFF-AABF-FFBF51CD86D3}" srcOrd="0" destOrd="0" parTransId="{DB6F3A38-339F-4949-91DB-518EE0FB92A9}" sibTransId="{D9B5076F-07C6-4D13-89D9-8E0EBF746BB6}"/>
    <dgm:cxn modelId="{98B89092-F0DC-4BBE-BA55-5D218A16B340}" type="presParOf" srcId="{C53C4BA9-49D5-44CA-85C9-58D4E6D3B599}" destId="{1D02B5D2-7A51-4DEC-94CD-AEE2B94E7E7B}" srcOrd="0" destOrd="0" presId="urn:microsoft.com/office/officeart/2018/5/layout/IconLeafLabelList"/>
    <dgm:cxn modelId="{B52FDF41-6616-449C-AB9F-8B5A1698A15C}" type="presParOf" srcId="{1D02B5D2-7A51-4DEC-94CD-AEE2B94E7E7B}" destId="{94879209-AFFF-4E74-8DBD-5A999340DB88}" srcOrd="0" destOrd="0" presId="urn:microsoft.com/office/officeart/2018/5/layout/IconLeafLabelList"/>
    <dgm:cxn modelId="{E7D35C20-D8D0-4332-9460-741B92556467}" type="presParOf" srcId="{1D02B5D2-7A51-4DEC-94CD-AEE2B94E7E7B}" destId="{0BE0A97F-19F3-435D-83E7-2C6981839657}" srcOrd="1" destOrd="0" presId="urn:microsoft.com/office/officeart/2018/5/layout/IconLeafLabelList"/>
    <dgm:cxn modelId="{7F172740-7EE1-4F75-A53E-1D09C70041A0}" type="presParOf" srcId="{1D02B5D2-7A51-4DEC-94CD-AEE2B94E7E7B}" destId="{D78FC7A3-C96B-460B-8F7B-9F9F99587496}" srcOrd="2" destOrd="0" presId="urn:microsoft.com/office/officeart/2018/5/layout/IconLeafLabelList"/>
    <dgm:cxn modelId="{88D9A746-A846-4549-93BE-D9EB0DA5129B}" type="presParOf" srcId="{1D02B5D2-7A51-4DEC-94CD-AEE2B94E7E7B}" destId="{433CD146-4E1B-4C79-92EA-A15BA6B74871}" srcOrd="3" destOrd="0" presId="urn:microsoft.com/office/officeart/2018/5/layout/IconLeafLabelList"/>
    <dgm:cxn modelId="{CD58430E-B44B-46C5-8463-804CA04283AE}" type="presParOf" srcId="{C53C4BA9-49D5-44CA-85C9-58D4E6D3B599}" destId="{4B247D0C-ED70-44D4-9412-E4D1FEFB6FFC}" srcOrd="1" destOrd="0" presId="urn:microsoft.com/office/officeart/2018/5/layout/IconLeafLabelList"/>
    <dgm:cxn modelId="{4D4B9E5D-ACF5-4839-8566-246F6ED02FEB}" type="presParOf" srcId="{C53C4BA9-49D5-44CA-85C9-58D4E6D3B599}" destId="{A3653D85-D07F-42D2-947C-4736789A0A1C}" srcOrd="2" destOrd="0" presId="urn:microsoft.com/office/officeart/2018/5/layout/IconLeafLabelList"/>
    <dgm:cxn modelId="{3CA68964-4459-47C1-A23F-3E2272404C49}" type="presParOf" srcId="{A3653D85-D07F-42D2-947C-4736789A0A1C}" destId="{A07530C9-C38E-49D7-9029-337DA2D0430D}" srcOrd="0" destOrd="0" presId="urn:microsoft.com/office/officeart/2018/5/layout/IconLeafLabelList"/>
    <dgm:cxn modelId="{C2B3E839-C757-44D5-98D8-B67C292D4FF6}" type="presParOf" srcId="{A3653D85-D07F-42D2-947C-4736789A0A1C}" destId="{D832981C-4D5C-4741-82DA-14DCD2449EA5}" srcOrd="1" destOrd="0" presId="urn:microsoft.com/office/officeart/2018/5/layout/IconLeafLabelList"/>
    <dgm:cxn modelId="{AA253096-5308-40FA-911A-6370FDD5D446}" type="presParOf" srcId="{A3653D85-D07F-42D2-947C-4736789A0A1C}" destId="{AA80273E-F98F-408E-83DF-FE267FCD6DA1}" srcOrd="2" destOrd="0" presId="urn:microsoft.com/office/officeart/2018/5/layout/IconLeafLabelList"/>
    <dgm:cxn modelId="{4B77456D-30C9-4107-A93D-44B5CB574CEF}" type="presParOf" srcId="{A3653D85-D07F-42D2-947C-4736789A0A1C}" destId="{6F236B15-575A-4290-ABB1-53989A7DA70C}" srcOrd="3" destOrd="0" presId="urn:microsoft.com/office/officeart/2018/5/layout/IconLeafLabelList"/>
    <dgm:cxn modelId="{EB06B35A-A7D9-470C-9BDC-4221A3A023D1}" type="presParOf" srcId="{C53C4BA9-49D5-44CA-85C9-58D4E6D3B599}" destId="{B5433436-6810-498B-A458-13C1D796D027}" srcOrd="3" destOrd="0" presId="urn:microsoft.com/office/officeart/2018/5/layout/IconLeafLabelList"/>
    <dgm:cxn modelId="{E3DE976A-F346-40E0-8C73-8BD27D9D5D80}" type="presParOf" srcId="{C53C4BA9-49D5-44CA-85C9-58D4E6D3B599}" destId="{6B14582E-EAC4-4263-AA69-E69A97149718}" srcOrd="4" destOrd="0" presId="urn:microsoft.com/office/officeart/2018/5/layout/IconLeafLabelList"/>
    <dgm:cxn modelId="{A83C17AC-DC7A-4432-A72D-FD07F48B28F5}" type="presParOf" srcId="{6B14582E-EAC4-4263-AA69-E69A97149718}" destId="{E307D0B1-7BE0-4C25-812C-BAF7BEEC5063}" srcOrd="0" destOrd="0" presId="urn:microsoft.com/office/officeart/2018/5/layout/IconLeafLabelList"/>
    <dgm:cxn modelId="{E250CAF7-111A-40CD-937F-6AD89EC6241B}" type="presParOf" srcId="{6B14582E-EAC4-4263-AA69-E69A97149718}" destId="{B9711ECC-6AF6-4EEA-A5F3-F8BA9B4C97D6}" srcOrd="1" destOrd="0" presId="urn:microsoft.com/office/officeart/2018/5/layout/IconLeafLabelList"/>
    <dgm:cxn modelId="{432772AB-8AFE-4F50-BC48-C86DEA240C50}" type="presParOf" srcId="{6B14582E-EAC4-4263-AA69-E69A97149718}" destId="{C8277E5F-B9D6-421A-A827-AADAE5D7895C}" srcOrd="2" destOrd="0" presId="urn:microsoft.com/office/officeart/2018/5/layout/IconLeafLabelList"/>
    <dgm:cxn modelId="{70D2CC44-F7D1-468D-8D8B-271692F03BE9}" type="presParOf" srcId="{6B14582E-EAC4-4263-AA69-E69A97149718}" destId="{07E90F8A-AAB5-4EE9-9125-D325615A3CF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AE8D6E1-2750-4CEC-8707-47319A2EB6A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6E780E4-43A1-4126-9E22-24C7507EF883}">
      <dgm:prSet/>
      <dgm:spPr/>
      <dgm:t>
        <a:bodyPr/>
        <a:lstStyle/>
        <a:p>
          <a:r>
            <a:rPr lang="en-US" dirty="0"/>
            <a:t>Sales &amp; Marketing:   Sales Performance Dashboard, Customer Segmentation (Heatmaps), Campaign Analysis (Line Charts)</a:t>
          </a:r>
        </a:p>
      </dgm:t>
    </dgm:pt>
    <dgm:pt modelId="{E423D659-6E86-4880-9416-5E5B2703C643}" type="parTrans" cxnId="{D5F005AE-C861-4F67-9EDE-D6CD76BE0384}">
      <dgm:prSet/>
      <dgm:spPr/>
      <dgm:t>
        <a:bodyPr/>
        <a:lstStyle/>
        <a:p>
          <a:endParaRPr lang="en-US"/>
        </a:p>
      </dgm:t>
    </dgm:pt>
    <dgm:pt modelId="{9CC63C58-CBDC-42D2-BAF4-DAD62785B904}" type="sibTrans" cxnId="{D5F005AE-C861-4F67-9EDE-D6CD76BE0384}">
      <dgm:prSet/>
      <dgm:spPr/>
      <dgm:t>
        <a:bodyPr/>
        <a:lstStyle/>
        <a:p>
          <a:endParaRPr lang="en-US"/>
        </a:p>
      </dgm:t>
    </dgm:pt>
    <dgm:pt modelId="{935AA97D-A40D-4996-9CB8-7F76FAAFC031}">
      <dgm:prSet/>
      <dgm:spPr/>
      <dgm:t>
        <a:bodyPr/>
        <a:lstStyle/>
        <a:p>
          <a:r>
            <a:rPr lang="en-US" dirty="0"/>
            <a:t>Finance:   Financial Dashboards, Risk Assessment (Heatmaps), Budgeting and Forecasting (Line Charts)</a:t>
          </a:r>
        </a:p>
      </dgm:t>
    </dgm:pt>
    <dgm:pt modelId="{0E2A99E5-86A8-4DA1-AC08-7DB64192B472}" type="parTrans" cxnId="{9AE8CC63-7568-4AFB-BA9E-34D8E1493C37}">
      <dgm:prSet/>
      <dgm:spPr/>
      <dgm:t>
        <a:bodyPr/>
        <a:lstStyle/>
        <a:p>
          <a:endParaRPr lang="en-US"/>
        </a:p>
      </dgm:t>
    </dgm:pt>
    <dgm:pt modelId="{B25D63A2-27FC-4111-B498-1C93BDFA9554}" type="sibTrans" cxnId="{9AE8CC63-7568-4AFB-BA9E-34D8E1493C37}">
      <dgm:prSet/>
      <dgm:spPr/>
      <dgm:t>
        <a:bodyPr/>
        <a:lstStyle/>
        <a:p>
          <a:endParaRPr lang="en-US"/>
        </a:p>
      </dgm:t>
    </dgm:pt>
    <dgm:pt modelId="{4ED3D020-E64B-4938-83B5-9A9557C1427C}">
      <dgm:prSet/>
      <dgm:spPr/>
      <dgm:t>
        <a:bodyPr/>
        <a:lstStyle/>
        <a:p>
          <a:r>
            <a:rPr lang="en-US" dirty="0"/>
            <a:t>Operations &amp; Supply Chain:   Inventory Levels, Process Optimization (Flowcharts), Quality Control (Control Charts)</a:t>
          </a:r>
        </a:p>
      </dgm:t>
    </dgm:pt>
    <dgm:pt modelId="{164B941A-462B-4F97-B0D1-0614CA2C1517}" type="parTrans" cxnId="{CDD3F5F0-12D9-4A3F-B33C-A182ACB7D917}">
      <dgm:prSet/>
      <dgm:spPr/>
      <dgm:t>
        <a:bodyPr/>
        <a:lstStyle/>
        <a:p>
          <a:endParaRPr lang="en-US"/>
        </a:p>
      </dgm:t>
    </dgm:pt>
    <dgm:pt modelId="{12DF812B-BD38-404F-8854-7A06D92DC6BD}" type="sibTrans" cxnId="{CDD3F5F0-12D9-4A3F-B33C-A182ACB7D917}">
      <dgm:prSet/>
      <dgm:spPr/>
      <dgm:t>
        <a:bodyPr/>
        <a:lstStyle/>
        <a:p>
          <a:endParaRPr lang="en-US"/>
        </a:p>
      </dgm:t>
    </dgm:pt>
    <dgm:pt modelId="{C2F10E62-909A-4116-A842-A3FE0D9C069C}">
      <dgm:prSet/>
      <dgm:spPr/>
      <dgm:t>
        <a:bodyPr/>
        <a:lstStyle/>
        <a:p>
          <a:r>
            <a:rPr lang="en-US" dirty="0"/>
            <a:t>Human Resources:   Employee Turnover, Performance Metrics, Diversity and Inclusion</a:t>
          </a:r>
        </a:p>
      </dgm:t>
    </dgm:pt>
    <dgm:pt modelId="{4F8E8B80-9A55-4DFB-BE9B-18D5CE20B7C8}" type="parTrans" cxnId="{7781548E-96E3-4736-8C54-183C0A627606}">
      <dgm:prSet/>
      <dgm:spPr/>
      <dgm:t>
        <a:bodyPr/>
        <a:lstStyle/>
        <a:p>
          <a:endParaRPr lang="en-US"/>
        </a:p>
      </dgm:t>
    </dgm:pt>
    <dgm:pt modelId="{7BDFA808-28F3-4E52-A75C-9073FB3D5206}" type="sibTrans" cxnId="{7781548E-96E3-4736-8C54-183C0A627606}">
      <dgm:prSet/>
      <dgm:spPr/>
      <dgm:t>
        <a:bodyPr/>
        <a:lstStyle/>
        <a:p>
          <a:endParaRPr lang="en-US"/>
        </a:p>
      </dgm:t>
    </dgm:pt>
    <dgm:pt modelId="{A7718134-D398-4CA7-A2FF-39C644C3B152}" type="pres">
      <dgm:prSet presAssocID="{DAE8D6E1-2750-4CEC-8707-47319A2EB6AF}" presName="root" presStyleCnt="0">
        <dgm:presLayoutVars>
          <dgm:dir/>
          <dgm:resizeHandles val="exact"/>
        </dgm:presLayoutVars>
      </dgm:prSet>
      <dgm:spPr/>
    </dgm:pt>
    <dgm:pt modelId="{24764FD2-753F-4ED0-93B1-5BC28A30BE22}" type="pres">
      <dgm:prSet presAssocID="{DAE8D6E1-2750-4CEC-8707-47319A2EB6AF}" presName="container" presStyleCnt="0">
        <dgm:presLayoutVars>
          <dgm:dir/>
          <dgm:resizeHandles val="exact"/>
        </dgm:presLayoutVars>
      </dgm:prSet>
      <dgm:spPr/>
    </dgm:pt>
    <dgm:pt modelId="{C101EA47-D6D3-4DCA-A87F-45A57BA9A16B}" type="pres">
      <dgm:prSet presAssocID="{16E780E4-43A1-4126-9E22-24C7507EF883}" presName="compNode" presStyleCnt="0"/>
      <dgm:spPr/>
    </dgm:pt>
    <dgm:pt modelId="{2E2614FD-9D81-44E0-9E85-86D92DD2E51E}" type="pres">
      <dgm:prSet presAssocID="{16E780E4-43A1-4126-9E22-24C7507EF883}" presName="iconBgRect" presStyleLbl="bgShp" presStyleIdx="0" presStyleCnt="4"/>
      <dgm:spPr/>
    </dgm:pt>
    <dgm:pt modelId="{C158DC8F-3AD5-4E68-94F9-9AFD3326A960}" type="pres">
      <dgm:prSet presAssocID="{16E780E4-43A1-4126-9E22-24C7507EF88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6BD254B-F125-4378-8263-65832846AAF1}" type="pres">
      <dgm:prSet presAssocID="{16E780E4-43A1-4126-9E22-24C7507EF883}" presName="spaceRect" presStyleCnt="0"/>
      <dgm:spPr/>
    </dgm:pt>
    <dgm:pt modelId="{B20404A6-CB25-41F0-A59C-71B770F357C2}" type="pres">
      <dgm:prSet presAssocID="{16E780E4-43A1-4126-9E22-24C7507EF883}" presName="textRect" presStyleLbl="revTx" presStyleIdx="0" presStyleCnt="4">
        <dgm:presLayoutVars>
          <dgm:chMax val="1"/>
          <dgm:chPref val="1"/>
        </dgm:presLayoutVars>
      </dgm:prSet>
      <dgm:spPr/>
    </dgm:pt>
    <dgm:pt modelId="{8D71123A-BF13-4853-A9FC-34270723A869}" type="pres">
      <dgm:prSet presAssocID="{9CC63C58-CBDC-42D2-BAF4-DAD62785B904}" presName="sibTrans" presStyleLbl="sibTrans2D1" presStyleIdx="0" presStyleCnt="0"/>
      <dgm:spPr/>
    </dgm:pt>
    <dgm:pt modelId="{26757991-6DEE-489B-852E-5E61A60EF1C4}" type="pres">
      <dgm:prSet presAssocID="{935AA97D-A40D-4996-9CB8-7F76FAAFC031}" presName="compNode" presStyleCnt="0"/>
      <dgm:spPr/>
    </dgm:pt>
    <dgm:pt modelId="{05904DED-262A-4304-A774-B961643D68BB}" type="pres">
      <dgm:prSet presAssocID="{935AA97D-A40D-4996-9CB8-7F76FAAFC031}" presName="iconBgRect" presStyleLbl="bgShp" presStyleIdx="1" presStyleCnt="4"/>
      <dgm:spPr/>
    </dgm:pt>
    <dgm:pt modelId="{3093864F-C417-47AC-877C-88900609FDE7}" type="pres">
      <dgm:prSet presAssocID="{935AA97D-A40D-4996-9CB8-7F76FAAFC03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E6EDFB39-068C-4B36-AF99-F7CA68D70ABC}" type="pres">
      <dgm:prSet presAssocID="{935AA97D-A40D-4996-9CB8-7F76FAAFC031}" presName="spaceRect" presStyleCnt="0"/>
      <dgm:spPr/>
    </dgm:pt>
    <dgm:pt modelId="{0D889F2F-767C-4894-BBB3-CCB545D1BC3E}" type="pres">
      <dgm:prSet presAssocID="{935AA97D-A40D-4996-9CB8-7F76FAAFC031}" presName="textRect" presStyleLbl="revTx" presStyleIdx="1" presStyleCnt="4">
        <dgm:presLayoutVars>
          <dgm:chMax val="1"/>
          <dgm:chPref val="1"/>
        </dgm:presLayoutVars>
      </dgm:prSet>
      <dgm:spPr/>
    </dgm:pt>
    <dgm:pt modelId="{E2665092-6664-417B-8EBF-152B54AE8699}" type="pres">
      <dgm:prSet presAssocID="{B25D63A2-27FC-4111-B498-1C93BDFA9554}" presName="sibTrans" presStyleLbl="sibTrans2D1" presStyleIdx="0" presStyleCnt="0"/>
      <dgm:spPr/>
    </dgm:pt>
    <dgm:pt modelId="{76F776DB-CF70-44C5-A2A3-82CF26A69297}" type="pres">
      <dgm:prSet presAssocID="{4ED3D020-E64B-4938-83B5-9A9557C1427C}" presName="compNode" presStyleCnt="0"/>
      <dgm:spPr/>
    </dgm:pt>
    <dgm:pt modelId="{47B1CCFF-15F6-4E4A-B0FE-2DB2D1ADA21A}" type="pres">
      <dgm:prSet presAssocID="{4ED3D020-E64B-4938-83B5-9A9557C1427C}" presName="iconBgRect" presStyleLbl="bgShp" presStyleIdx="2" presStyleCnt="4"/>
      <dgm:spPr/>
    </dgm:pt>
    <dgm:pt modelId="{9AF714BC-617D-487A-85EE-3822CB682710}" type="pres">
      <dgm:prSet presAssocID="{4ED3D020-E64B-4938-83B5-9A9557C1427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660FF88-5006-4B6B-9D82-D0BD033695D5}" type="pres">
      <dgm:prSet presAssocID="{4ED3D020-E64B-4938-83B5-9A9557C1427C}" presName="spaceRect" presStyleCnt="0"/>
      <dgm:spPr/>
    </dgm:pt>
    <dgm:pt modelId="{27D17D17-10E0-4696-9CBC-EA9F077CAE47}" type="pres">
      <dgm:prSet presAssocID="{4ED3D020-E64B-4938-83B5-9A9557C1427C}" presName="textRect" presStyleLbl="revTx" presStyleIdx="2" presStyleCnt="4">
        <dgm:presLayoutVars>
          <dgm:chMax val="1"/>
          <dgm:chPref val="1"/>
        </dgm:presLayoutVars>
      </dgm:prSet>
      <dgm:spPr/>
    </dgm:pt>
    <dgm:pt modelId="{355E9D1C-BA0E-400E-8705-76F9A7F98BBA}" type="pres">
      <dgm:prSet presAssocID="{12DF812B-BD38-404F-8854-7A06D92DC6BD}" presName="sibTrans" presStyleLbl="sibTrans2D1" presStyleIdx="0" presStyleCnt="0"/>
      <dgm:spPr/>
    </dgm:pt>
    <dgm:pt modelId="{4FB619F2-525C-42DE-897D-36E5255C9D23}" type="pres">
      <dgm:prSet presAssocID="{C2F10E62-909A-4116-A842-A3FE0D9C069C}" presName="compNode" presStyleCnt="0"/>
      <dgm:spPr/>
    </dgm:pt>
    <dgm:pt modelId="{414297AD-958A-4AF3-A9E5-328E3F7D4DD9}" type="pres">
      <dgm:prSet presAssocID="{C2F10E62-909A-4116-A842-A3FE0D9C069C}" presName="iconBgRect" presStyleLbl="bgShp" presStyleIdx="3" presStyleCnt="4"/>
      <dgm:spPr/>
    </dgm:pt>
    <dgm:pt modelId="{72850DCA-F125-40ED-B947-1DB54245570A}" type="pres">
      <dgm:prSet presAssocID="{C2F10E62-909A-4116-A842-A3FE0D9C069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7C92375F-3268-4F95-8644-04865D9D6CDC}" type="pres">
      <dgm:prSet presAssocID="{C2F10E62-909A-4116-A842-A3FE0D9C069C}" presName="spaceRect" presStyleCnt="0"/>
      <dgm:spPr/>
    </dgm:pt>
    <dgm:pt modelId="{E03E4B8C-3F68-4234-8FBF-506BB301FBDC}" type="pres">
      <dgm:prSet presAssocID="{C2F10E62-909A-4116-A842-A3FE0D9C069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CA0610E-1000-4056-825D-A9AAA6C9CE2B}" type="presOf" srcId="{C2F10E62-909A-4116-A842-A3FE0D9C069C}" destId="{E03E4B8C-3F68-4234-8FBF-506BB301FBDC}" srcOrd="0" destOrd="0" presId="urn:microsoft.com/office/officeart/2018/2/layout/IconCircleList"/>
    <dgm:cxn modelId="{349DCE2D-09FC-4C3F-A4CA-A4F844F81BAE}" type="presOf" srcId="{DAE8D6E1-2750-4CEC-8707-47319A2EB6AF}" destId="{A7718134-D398-4CA7-A2FF-39C644C3B152}" srcOrd="0" destOrd="0" presId="urn:microsoft.com/office/officeart/2018/2/layout/IconCircleList"/>
    <dgm:cxn modelId="{9AE8CC63-7568-4AFB-BA9E-34D8E1493C37}" srcId="{DAE8D6E1-2750-4CEC-8707-47319A2EB6AF}" destId="{935AA97D-A40D-4996-9CB8-7F76FAAFC031}" srcOrd="1" destOrd="0" parTransId="{0E2A99E5-86A8-4DA1-AC08-7DB64192B472}" sibTransId="{B25D63A2-27FC-4111-B498-1C93BDFA9554}"/>
    <dgm:cxn modelId="{A8598864-1B9C-490E-B0D3-129A13764730}" type="presOf" srcId="{9CC63C58-CBDC-42D2-BAF4-DAD62785B904}" destId="{8D71123A-BF13-4853-A9FC-34270723A869}" srcOrd="0" destOrd="0" presId="urn:microsoft.com/office/officeart/2018/2/layout/IconCircleList"/>
    <dgm:cxn modelId="{A463E782-434D-4033-BEA4-031A81C7E225}" type="presOf" srcId="{935AA97D-A40D-4996-9CB8-7F76FAAFC031}" destId="{0D889F2F-767C-4894-BBB3-CCB545D1BC3E}" srcOrd="0" destOrd="0" presId="urn:microsoft.com/office/officeart/2018/2/layout/IconCircleList"/>
    <dgm:cxn modelId="{7781548E-96E3-4736-8C54-183C0A627606}" srcId="{DAE8D6E1-2750-4CEC-8707-47319A2EB6AF}" destId="{C2F10E62-909A-4116-A842-A3FE0D9C069C}" srcOrd="3" destOrd="0" parTransId="{4F8E8B80-9A55-4DFB-BE9B-18D5CE20B7C8}" sibTransId="{7BDFA808-28F3-4E52-A75C-9073FB3D5206}"/>
    <dgm:cxn modelId="{D5F005AE-C861-4F67-9EDE-D6CD76BE0384}" srcId="{DAE8D6E1-2750-4CEC-8707-47319A2EB6AF}" destId="{16E780E4-43A1-4126-9E22-24C7507EF883}" srcOrd="0" destOrd="0" parTransId="{E423D659-6E86-4880-9416-5E5B2703C643}" sibTransId="{9CC63C58-CBDC-42D2-BAF4-DAD62785B904}"/>
    <dgm:cxn modelId="{14CB96B2-7B7B-47F8-8826-639111536D22}" type="presOf" srcId="{B25D63A2-27FC-4111-B498-1C93BDFA9554}" destId="{E2665092-6664-417B-8EBF-152B54AE8699}" srcOrd="0" destOrd="0" presId="urn:microsoft.com/office/officeart/2018/2/layout/IconCircleList"/>
    <dgm:cxn modelId="{5FF25ABA-AE2E-4AB5-8570-E8F4368D3D25}" type="presOf" srcId="{4ED3D020-E64B-4938-83B5-9A9557C1427C}" destId="{27D17D17-10E0-4696-9CBC-EA9F077CAE47}" srcOrd="0" destOrd="0" presId="urn:microsoft.com/office/officeart/2018/2/layout/IconCircleList"/>
    <dgm:cxn modelId="{091F2DBB-AA2D-4D6A-8AC3-C14D0F5C2948}" type="presOf" srcId="{12DF812B-BD38-404F-8854-7A06D92DC6BD}" destId="{355E9D1C-BA0E-400E-8705-76F9A7F98BBA}" srcOrd="0" destOrd="0" presId="urn:microsoft.com/office/officeart/2018/2/layout/IconCircleList"/>
    <dgm:cxn modelId="{39A8FBC3-264A-43C2-93A2-15D86D1422AF}" type="presOf" srcId="{16E780E4-43A1-4126-9E22-24C7507EF883}" destId="{B20404A6-CB25-41F0-A59C-71B770F357C2}" srcOrd="0" destOrd="0" presId="urn:microsoft.com/office/officeart/2018/2/layout/IconCircleList"/>
    <dgm:cxn modelId="{CDD3F5F0-12D9-4A3F-B33C-A182ACB7D917}" srcId="{DAE8D6E1-2750-4CEC-8707-47319A2EB6AF}" destId="{4ED3D020-E64B-4938-83B5-9A9557C1427C}" srcOrd="2" destOrd="0" parTransId="{164B941A-462B-4F97-B0D1-0614CA2C1517}" sibTransId="{12DF812B-BD38-404F-8854-7A06D92DC6BD}"/>
    <dgm:cxn modelId="{8362133D-4E63-4C40-B7C1-8EB599CC7ECA}" type="presParOf" srcId="{A7718134-D398-4CA7-A2FF-39C644C3B152}" destId="{24764FD2-753F-4ED0-93B1-5BC28A30BE22}" srcOrd="0" destOrd="0" presId="urn:microsoft.com/office/officeart/2018/2/layout/IconCircleList"/>
    <dgm:cxn modelId="{0913DAF1-64AA-4C84-A9CD-F3E236E19E4E}" type="presParOf" srcId="{24764FD2-753F-4ED0-93B1-5BC28A30BE22}" destId="{C101EA47-D6D3-4DCA-A87F-45A57BA9A16B}" srcOrd="0" destOrd="0" presId="urn:microsoft.com/office/officeart/2018/2/layout/IconCircleList"/>
    <dgm:cxn modelId="{D5815A2B-1CB2-4D2F-BCCA-9ECDDC10D8FC}" type="presParOf" srcId="{C101EA47-D6D3-4DCA-A87F-45A57BA9A16B}" destId="{2E2614FD-9D81-44E0-9E85-86D92DD2E51E}" srcOrd="0" destOrd="0" presId="urn:microsoft.com/office/officeart/2018/2/layout/IconCircleList"/>
    <dgm:cxn modelId="{621885A8-2410-40FF-970C-BFDBAC11AD44}" type="presParOf" srcId="{C101EA47-D6D3-4DCA-A87F-45A57BA9A16B}" destId="{C158DC8F-3AD5-4E68-94F9-9AFD3326A960}" srcOrd="1" destOrd="0" presId="urn:microsoft.com/office/officeart/2018/2/layout/IconCircleList"/>
    <dgm:cxn modelId="{C2004CF8-1A62-478E-9EDD-D671D478F579}" type="presParOf" srcId="{C101EA47-D6D3-4DCA-A87F-45A57BA9A16B}" destId="{F6BD254B-F125-4378-8263-65832846AAF1}" srcOrd="2" destOrd="0" presId="urn:microsoft.com/office/officeart/2018/2/layout/IconCircleList"/>
    <dgm:cxn modelId="{5C214437-DFAD-4C95-BD70-019392205769}" type="presParOf" srcId="{C101EA47-D6D3-4DCA-A87F-45A57BA9A16B}" destId="{B20404A6-CB25-41F0-A59C-71B770F357C2}" srcOrd="3" destOrd="0" presId="urn:microsoft.com/office/officeart/2018/2/layout/IconCircleList"/>
    <dgm:cxn modelId="{79B2E891-EE01-4248-A9E0-287F65963872}" type="presParOf" srcId="{24764FD2-753F-4ED0-93B1-5BC28A30BE22}" destId="{8D71123A-BF13-4853-A9FC-34270723A869}" srcOrd="1" destOrd="0" presId="urn:microsoft.com/office/officeart/2018/2/layout/IconCircleList"/>
    <dgm:cxn modelId="{E9B8066B-6319-47CB-AC23-02153A064F6F}" type="presParOf" srcId="{24764FD2-753F-4ED0-93B1-5BC28A30BE22}" destId="{26757991-6DEE-489B-852E-5E61A60EF1C4}" srcOrd="2" destOrd="0" presId="urn:microsoft.com/office/officeart/2018/2/layout/IconCircleList"/>
    <dgm:cxn modelId="{D59F994D-4268-4E4E-B22D-B402D21840C0}" type="presParOf" srcId="{26757991-6DEE-489B-852E-5E61A60EF1C4}" destId="{05904DED-262A-4304-A774-B961643D68BB}" srcOrd="0" destOrd="0" presId="urn:microsoft.com/office/officeart/2018/2/layout/IconCircleList"/>
    <dgm:cxn modelId="{EAC2194D-D147-4044-BACD-ED785FCC38A3}" type="presParOf" srcId="{26757991-6DEE-489B-852E-5E61A60EF1C4}" destId="{3093864F-C417-47AC-877C-88900609FDE7}" srcOrd="1" destOrd="0" presId="urn:microsoft.com/office/officeart/2018/2/layout/IconCircleList"/>
    <dgm:cxn modelId="{CAB278C1-1754-4C34-843C-2BFE88DD0031}" type="presParOf" srcId="{26757991-6DEE-489B-852E-5E61A60EF1C4}" destId="{E6EDFB39-068C-4B36-AF99-F7CA68D70ABC}" srcOrd="2" destOrd="0" presId="urn:microsoft.com/office/officeart/2018/2/layout/IconCircleList"/>
    <dgm:cxn modelId="{D591E49D-AE1E-459F-80AE-CE6F9F85DEEB}" type="presParOf" srcId="{26757991-6DEE-489B-852E-5E61A60EF1C4}" destId="{0D889F2F-767C-4894-BBB3-CCB545D1BC3E}" srcOrd="3" destOrd="0" presId="urn:microsoft.com/office/officeart/2018/2/layout/IconCircleList"/>
    <dgm:cxn modelId="{FF8D975E-64C6-40C6-AB35-15B9976629BA}" type="presParOf" srcId="{24764FD2-753F-4ED0-93B1-5BC28A30BE22}" destId="{E2665092-6664-417B-8EBF-152B54AE8699}" srcOrd="3" destOrd="0" presId="urn:microsoft.com/office/officeart/2018/2/layout/IconCircleList"/>
    <dgm:cxn modelId="{A9E5A2E4-6DD1-4593-AF8E-512604237AAA}" type="presParOf" srcId="{24764FD2-753F-4ED0-93B1-5BC28A30BE22}" destId="{76F776DB-CF70-44C5-A2A3-82CF26A69297}" srcOrd="4" destOrd="0" presId="urn:microsoft.com/office/officeart/2018/2/layout/IconCircleList"/>
    <dgm:cxn modelId="{A4146B09-5340-4B32-922B-6935E2B12A49}" type="presParOf" srcId="{76F776DB-CF70-44C5-A2A3-82CF26A69297}" destId="{47B1CCFF-15F6-4E4A-B0FE-2DB2D1ADA21A}" srcOrd="0" destOrd="0" presId="urn:microsoft.com/office/officeart/2018/2/layout/IconCircleList"/>
    <dgm:cxn modelId="{D9559B16-BD9A-453D-9CD5-A37124BB324C}" type="presParOf" srcId="{76F776DB-CF70-44C5-A2A3-82CF26A69297}" destId="{9AF714BC-617D-487A-85EE-3822CB682710}" srcOrd="1" destOrd="0" presId="urn:microsoft.com/office/officeart/2018/2/layout/IconCircleList"/>
    <dgm:cxn modelId="{E717E239-FA85-4159-9D79-D331A166B040}" type="presParOf" srcId="{76F776DB-CF70-44C5-A2A3-82CF26A69297}" destId="{5660FF88-5006-4B6B-9D82-D0BD033695D5}" srcOrd="2" destOrd="0" presId="urn:microsoft.com/office/officeart/2018/2/layout/IconCircleList"/>
    <dgm:cxn modelId="{F7C30EF1-7061-477C-BED2-829CFA49DC68}" type="presParOf" srcId="{76F776DB-CF70-44C5-A2A3-82CF26A69297}" destId="{27D17D17-10E0-4696-9CBC-EA9F077CAE47}" srcOrd="3" destOrd="0" presId="urn:microsoft.com/office/officeart/2018/2/layout/IconCircleList"/>
    <dgm:cxn modelId="{7309F111-2A7E-45B4-98B7-B8DBE1A27FE0}" type="presParOf" srcId="{24764FD2-753F-4ED0-93B1-5BC28A30BE22}" destId="{355E9D1C-BA0E-400E-8705-76F9A7F98BBA}" srcOrd="5" destOrd="0" presId="urn:microsoft.com/office/officeart/2018/2/layout/IconCircleList"/>
    <dgm:cxn modelId="{6EB9BBC0-DEEC-43AE-888C-821FE3877C55}" type="presParOf" srcId="{24764FD2-753F-4ED0-93B1-5BC28A30BE22}" destId="{4FB619F2-525C-42DE-897D-36E5255C9D23}" srcOrd="6" destOrd="0" presId="urn:microsoft.com/office/officeart/2018/2/layout/IconCircleList"/>
    <dgm:cxn modelId="{C3BECCFD-65F7-4798-A877-C4B191ED2E94}" type="presParOf" srcId="{4FB619F2-525C-42DE-897D-36E5255C9D23}" destId="{414297AD-958A-4AF3-A9E5-328E3F7D4DD9}" srcOrd="0" destOrd="0" presId="urn:microsoft.com/office/officeart/2018/2/layout/IconCircleList"/>
    <dgm:cxn modelId="{DEA37BF1-4B69-4CC7-8E7A-BF02B850627D}" type="presParOf" srcId="{4FB619F2-525C-42DE-897D-36E5255C9D23}" destId="{72850DCA-F125-40ED-B947-1DB54245570A}" srcOrd="1" destOrd="0" presId="urn:microsoft.com/office/officeart/2018/2/layout/IconCircleList"/>
    <dgm:cxn modelId="{EE843A6F-26A2-44B6-A5E9-B6D90055D8E1}" type="presParOf" srcId="{4FB619F2-525C-42DE-897D-36E5255C9D23}" destId="{7C92375F-3268-4F95-8644-04865D9D6CDC}" srcOrd="2" destOrd="0" presId="urn:microsoft.com/office/officeart/2018/2/layout/IconCircleList"/>
    <dgm:cxn modelId="{B08AD239-D8A6-43CF-9F42-EA48BB7BAF18}" type="presParOf" srcId="{4FB619F2-525C-42DE-897D-36E5255C9D23}" destId="{E03E4B8C-3F68-4234-8FBF-506BB301FBD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623224F-5F01-4959-A839-29EB2A976D33}" type="doc">
      <dgm:prSet loTypeId="urn:microsoft.com/office/officeart/2005/8/layout/cycle8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81F5CB9-B18C-4985-BF6A-2F9081A85073}">
      <dgm:prSet/>
      <dgm:spPr/>
      <dgm:t>
        <a:bodyPr/>
        <a:lstStyle/>
        <a:p>
          <a:r>
            <a:rPr lang="en-US" dirty="0"/>
            <a:t>Focus on Clarity</a:t>
          </a:r>
        </a:p>
      </dgm:t>
    </dgm:pt>
    <dgm:pt modelId="{A5ADF9F2-ABC6-41FC-B5FE-E0EB80374C6F}" type="parTrans" cxnId="{E6BBF912-BDE4-4D39-B826-29F86BD8C2A7}">
      <dgm:prSet/>
      <dgm:spPr/>
      <dgm:t>
        <a:bodyPr/>
        <a:lstStyle/>
        <a:p>
          <a:endParaRPr lang="en-US"/>
        </a:p>
      </dgm:t>
    </dgm:pt>
    <dgm:pt modelId="{CD97499E-5B1E-4ABE-A036-327630368E9D}" type="sibTrans" cxnId="{E6BBF912-BDE4-4D39-B826-29F86BD8C2A7}">
      <dgm:prSet/>
      <dgm:spPr/>
      <dgm:t>
        <a:bodyPr/>
        <a:lstStyle/>
        <a:p>
          <a:endParaRPr lang="en-US"/>
        </a:p>
      </dgm:t>
    </dgm:pt>
    <dgm:pt modelId="{B662CE51-A866-4099-A5BB-AF40C617C6DE}">
      <dgm:prSet/>
      <dgm:spPr/>
      <dgm:t>
        <a:bodyPr/>
        <a:lstStyle/>
        <a:p>
          <a:r>
            <a:rPr lang="en-US"/>
            <a:t>Tell a Story</a:t>
          </a:r>
        </a:p>
      </dgm:t>
    </dgm:pt>
    <dgm:pt modelId="{A6969570-66F4-41F9-B68A-7D6B44F0F5D6}" type="parTrans" cxnId="{7AAF679F-B087-4643-B6DD-BF4265B48FC1}">
      <dgm:prSet/>
      <dgm:spPr/>
      <dgm:t>
        <a:bodyPr/>
        <a:lstStyle/>
        <a:p>
          <a:endParaRPr lang="en-US"/>
        </a:p>
      </dgm:t>
    </dgm:pt>
    <dgm:pt modelId="{98A460C0-05FB-482D-BF98-15AA62519168}" type="sibTrans" cxnId="{7AAF679F-B087-4643-B6DD-BF4265B48FC1}">
      <dgm:prSet/>
      <dgm:spPr/>
      <dgm:t>
        <a:bodyPr/>
        <a:lstStyle/>
        <a:p>
          <a:endParaRPr lang="en-US"/>
        </a:p>
      </dgm:t>
    </dgm:pt>
    <dgm:pt modelId="{F752F1CA-68C7-48F2-8F15-829C86987D91}">
      <dgm:prSet/>
      <dgm:spPr/>
      <dgm:t>
        <a:bodyPr/>
        <a:lstStyle/>
        <a:p>
          <a:r>
            <a:rPr lang="en-US"/>
            <a:t>Consider Aesthetics (But Don't Overdo It)</a:t>
          </a:r>
        </a:p>
      </dgm:t>
    </dgm:pt>
    <dgm:pt modelId="{DEF4C325-FE4B-4588-A83D-761CC279F388}" type="parTrans" cxnId="{99B4C1C0-E509-411F-8432-602A49BC1F92}">
      <dgm:prSet/>
      <dgm:spPr/>
      <dgm:t>
        <a:bodyPr/>
        <a:lstStyle/>
        <a:p>
          <a:endParaRPr lang="en-US"/>
        </a:p>
      </dgm:t>
    </dgm:pt>
    <dgm:pt modelId="{8BBE3661-3486-45F7-8575-012D0626530B}" type="sibTrans" cxnId="{99B4C1C0-E509-411F-8432-602A49BC1F92}">
      <dgm:prSet/>
      <dgm:spPr/>
      <dgm:t>
        <a:bodyPr/>
        <a:lstStyle/>
        <a:p>
          <a:endParaRPr lang="en-US"/>
        </a:p>
      </dgm:t>
    </dgm:pt>
    <dgm:pt modelId="{4494DA09-CC4A-4EA6-BEE6-7452B204526A}">
      <dgm:prSet/>
      <dgm:spPr/>
      <dgm:t>
        <a:bodyPr/>
        <a:lstStyle/>
        <a:p>
          <a:r>
            <a:rPr lang="en-US"/>
            <a:t>Iterate &amp; Refine</a:t>
          </a:r>
        </a:p>
      </dgm:t>
    </dgm:pt>
    <dgm:pt modelId="{11DECAC3-90C9-4339-A65B-8858723B7CE7}" type="parTrans" cxnId="{D1FC1CEC-698C-4FA3-A823-1523FFB7E651}">
      <dgm:prSet/>
      <dgm:spPr/>
      <dgm:t>
        <a:bodyPr/>
        <a:lstStyle/>
        <a:p>
          <a:endParaRPr lang="en-US"/>
        </a:p>
      </dgm:t>
    </dgm:pt>
    <dgm:pt modelId="{EB651FFA-24C6-4EF8-8F53-2E1548FE6717}" type="sibTrans" cxnId="{D1FC1CEC-698C-4FA3-A823-1523FFB7E651}">
      <dgm:prSet/>
      <dgm:spPr/>
      <dgm:t>
        <a:bodyPr/>
        <a:lstStyle/>
        <a:p>
          <a:endParaRPr lang="en-US"/>
        </a:p>
      </dgm:t>
    </dgm:pt>
    <dgm:pt modelId="{E2F06087-9FF4-4736-B15C-C17E27258D17}">
      <dgm:prSet/>
      <dgm:spPr/>
      <dgm:t>
        <a:bodyPr/>
        <a:lstStyle/>
        <a:p>
          <a:r>
            <a:rPr lang="en-US"/>
            <a:t>Always Provide Context</a:t>
          </a:r>
        </a:p>
      </dgm:t>
    </dgm:pt>
    <dgm:pt modelId="{89120C63-F277-4943-8FA7-9E2D4E26BE63}" type="parTrans" cxnId="{2CD3A0CD-4F0D-4DFE-BD08-2EECF0FD4BF7}">
      <dgm:prSet/>
      <dgm:spPr/>
      <dgm:t>
        <a:bodyPr/>
        <a:lstStyle/>
        <a:p>
          <a:endParaRPr lang="en-US"/>
        </a:p>
      </dgm:t>
    </dgm:pt>
    <dgm:pt modelId="{DD6EF4C5-DA67-4C81-B0F3-DEF3907E2C34}" type="sibTrans" cxnId="{2CD3A0CD-4F0D-4DFE-BD08-2EECF0FD4BF7}">
      <dgm:prSet/>
      <dgm:spPr/>
      <dgm:t>
        <a:bodyPr/>
        <a:lstStyle/>
        <a:p>
          <a:endParaRPr lang="en-US"/>
        </a:p>
      </dgm:t>
    </dgm:pt>
    <dgm:pt modelId="{93322B99-0637-49A0-8FD0-8F8EB824CC12}" type="pres">
      <dgm:prSet presAssocID="{A623224F-5F01-4959-A839-29EB2A976D33}" presName="compositeShape" presStyleCnt="0">
        <dgm:presLayoutVars>
          <dgm:chMax val="7"/>
          <dgm:dir/>
          <dgm:resizeHandles val="exact"/>
        </dgm:presLayoutVars>
      </dgm:prSet>
      <dgm:spPr/>
    </dgm:pt>
    <dgm:pt modelId="{07AB2550-DE98-46CA-A679-80AD53D0D901}" type="pres">
      <dgm:prSet presAssocID="{A623224F-5F01-4959-A839-29EB2A976D33}" presName="wedge1" presStyleLbl="node1" presStyleIdx="0" presStyleCnt="5"/>
      <dgm:spPr/>
    </dgm:pt>
    <dgm:pt modelId="{55756F63-9E3D-46E1-A4E8-203584046784}" type="pres">
      <dgm:prSet presAssocID="{A623224F-5F01-4959-A839-29EB2A976D33}" presName="dummy1a" presStyleCnt="0"/>
      <dgm:spPr/>
    </dgm:pt>
    <dgm:pt modelId="{4E566207-815D-41F2-B6F0-9F53EFAEF101}" type="pres">
      <dgm:prSet presAssocID="{A623224F-5F01-4959-A839-29EB2A976D33}" presName="dummy1b" presStyleCnt="0"/>
      <dgm:spPr/>
    </dgm:pt>
    <dgm:pt modelId="{64D51865-BA4C-4A38-BFF0-8EFD6BF60B75}" type="pres">
      <dgm:prSet presAssocID="{A623224F-5F01-4959-A839-29EB2A976D33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3B80A498-EEDF-422E-9917-8CEF747BB1C6}" type="pres">
      <dgm:prSet presAssocID="{A623224F-5F01-4959-A839-29EB2A976D33}" presName="wedge2" presStyleLbl="node1" presStyleIdx="1" presStyleCnt="5"/>
      <dgm:spPr/>
    </dgm:pt>
    <dgm:pt modelId="{5892FD1A-C27D-49FA-8D5C-4203C86A0C8C}" type="pres">
      <dgm:prSet presAssocID="{A623224F-5F01-4959-A839-29EB2A976D33}" presName="dummy2a" presStyleCnt="0"/>
      <dgm:spPr/>
    </dgm:pt>
    <dgm:pt modelId="{07E5BBF9-0F36-496B-9E07-284F5F737C33}" type="pres">
      <dgm:prSet presAssocID="{A623224F-5F01-4959-A839-29EB2A976D33}" presName="dummy2b" presStyleCnt="0"/>
      <dgm:spPr/>
    </dgm:pt>
    <dgm:pt modelId="{4C5DB392-9A90-4D51-B72E-2057450CDC4B}" type="pres">
      <dgm:prSet presAssocID="{A623224F-5F01-4959-A839-29EB2A976D33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F87C5CB-E222-4DD7-99C3-BFB57028231C}" type="pres">
      <dgm:prSet presAssocID="{A623224F-5F01-4959-A839-29EB2A976D33}" presName="wedge3" presStyleLbl="node1" presStyleIdx="2" presStyleCnt="5"/>
      <dgm:spPr/>
    </dgm:pt>
    <dgm:pt modelId="{9FB4B27C-19F2-4234-8466-6AF6605085A0}" type="pres">
      <dgm:prSet presAssocID="{A623224F-5F01-4959-A839-29EB2A976D33}" presName="dummy3a" presStyleCnt="0"/>
      <dgm:spPr/>
    </dgm:pt>
    <dgm:pt modelId="{6EC3E174-3F44-4598-9D6B-372BD65FBC7D}" type="pres">
      <dgm:prSet presAssocID="{A623224F-5F01-4959-A839-29EB2A976D33}" presName="dummy3b" presStyleCnt="0"/>
      <dgm:spPr/>
    </dgm:pt>
    <dgm:pt modelId="{A4C2C62A-6867-4B6C-8332-D5A12C93050B}" type="pres">
      <dgm:prSet presAssocID="{A623224F-5F01-4959-A839-29EB2A976D33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9343C8C-B36D-483B-9C63-45AEEAF089D4}" type="pres">
      <dgm:prSet presAssocID="{A623224F-5F01-4959-A839-29EB2A976D33}" presName="wedge4" presStyleLbl="node1" presStyleIdx="3" presStyleCnt="5"/>
      <dgm:spPr/>
    </dgm:pt>
    <dgm:pt modelId="{879916D6-4494-49AD-9ECF-F6C458C947F5}" type="pres">
      <dgm:prSet presAssocID="{A623224F-5F01-4959-A839-29EB2A976D33}" presName="dummy4a" presStyleCnt="0"/>
      <dgm:spPr/>
    </dgm:pt>
    <dgm:pt modelId="{4DAA64C9-F2C8-4ED4-85E7-972025E50515}" type="pres">
      <dgm:prSet presAssocID="{A623224F-5F01-4959-A839-29EB2A976D33}" presName="dummy4b" presStyleCnt="0"/>
      <dgm:spPr/>
    </dgm:pt>
    <dgm:pt modelId="{E98B50C2-4036-4E79-806F-688FB8442920}" type="pres">
      <dgm:prSet presAssocID="{A623224F-5F01-4959-A839-29EB2A976D33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21C5518D-09EF-4E96-A4C9-972C0225F231}" type="pres">
      <dgm:prSet presAssocID="{A623224F-5F01-4959-A839-29EB2A976D33}" presName="wedge5" presStyleLbl="node1" presStyleIdx="4" presStyleCnt="5"/>
      <dgm:spPr/>
    </dgm:pt>
    <dgm:pt modelId="{2B199EBD-D6C3-4A5B-B24C-4766873BDB31}" type="pres">
      <dgm:prSet presAssocID="{A623224F-5F01-4959-A839-29EB2A976D33}" presName="dummy5a" presStyleCnt="0"/>
      <dgm:spPr/>
    </dgm:pt>
    <dgm:pt modelId="{32E5B6FA-638D-4B0A-9F23-7A1F24206A1F}" type="pres">
      <dgm:prSet presAssocID="{A623224F-5F01-4959-A839-29EB2A976D33}" presName="dummy5b" presStyleCnt="0"/>
      <dgm:spPr/>
    </dgm:pt>
    <dgm:pt modelId="{78869BFB-78AB-4282-9203-D08EEA8C3D83}" type="pres">
      <dgm:prSet presAssocID="{A623224F-5F01-4959-A839-29EB2A976D33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A35BABCB-3D2F-4692-BC4C-66FA40E16F81}" type="pres">
      <dgm:prSet presAssocID="{CD97499E-5B1E-4ABE-A036-327630368E9D}" presName="arrowWedge1" presStyleLbl="fgSibTrans2D1" presStyleIdx="0" presStyleCnt="5"/>
      <dgm:spPr/>
    </dgm:pt>
    <dgm:pt modelId="{0324F16C-60CC-4A35-AC48-C0F59B9D150C}" type="pres">
      <dgm:prSet presAssocID="{98A460C0-05FB-482D-BF98-15AA62519168}" presName="arrowWedge2" presStyleLbl="fgSibTrans2D1" presStyleIdx="1" presStyleCnt="5"/>
      <dgm:spPr/>
    </dgm:pt>
    <dgm:pt modelId="{6821679F-56EB-4DAA-A683-51FFC7EF3AAB}" type="pres">
      <dgm:prSet presAssocID="{8BBE3661-3486-45F7-8575-012D0626530B}" presName="arrowWedge3" presStyleLbl="fgSibTrans2D1" presStyleIdx="2" presStyleCnt="5"/>
      <dgm:spPr/>
    </dgm:pt>
    <dgm:pt modelId="{DF45E893-3B9D-4AD1-8C96-8A0CB892CC4F}" type="pres">
      <dgm:prSet presAssocID="{EB651FFA-24C6-4EF8-8F53-2E1548FE6717}" presName="arrowWedge4" presStyleLbl="fgSibTrans2D1" presStyleIdx="3" presStyleCnt="5"/>
      <dgm:spPr/>
    </dgm:pt>
    <dgm:pt modelId="{E9BDCE1E-98FB-4ACD-86B3-8BFD48C91C37}" type="pres">
      <dgm:prSet presAssocID="{DD6EF4C5-DA67-4C81-B0F3-DEF3907E2C34}" presName="arrowWedge5" presStyleLbl="fgSibTrans2D1" presStyleIdx="4" presStyleCnt="5"/>
      <dgm:spPr/>
    </dgm:pt>
  </dgm:ptLst>
  <dgm:cxnLst>
    <dgm:cxn modelId="{4D9EB410-DFC0-4CFC-B711-CD075E51F949}" type="presOf" srcId="{4494DA09-CC4A-4EA6-BEE6-7452B204526A}" destId="{A9343C8C-B36D-483B-9C63-45AEEAF089D4}" srcOrd="0" destOrd="0" presId="urn:microsoft.com/office/officeart/2005/8/layout/cycle8"/>
    <dgm:cxn modelId="{E6BBF912-BDE4-4D39-B826-29F86BD8C2A7}" srcId="{A623224F-5F01-4959-A839-29EB2A976D33}" destId="{181F5CB9-B18C-4985-BF6A-2F9081A85073}" srcOrd="0" destOrd="0" parTransId="{A5ADF9F2-ABC6-41FC-B5FE-E0EB80374C6F}" sibTransId="{CD97499E-5B1E-4ABE-A036-327630368E9D}"/>
    <dgm:cxn modelId="{BDB65016-DE3C-4C63-86FF-467F3E8BF235}" type="presOf" srcId="{E2F06087-9FF4-4736-B15C-C17E27258D17}" destId="{78869BFB-78AB-4282-9203-D08EEA8C3D83}" srcOrd="1" destOrd="0" presId="urn:microsoft.com/office/officeart/2005/8/layout/cycle8"/>
    <dgm:cxn modelId="{4515F123-902E-470E-97D9-5E1DABF10797}" type="presOf" srcId="{4494DA09-CC4A-4EA6-BEE6-7452B204526A}" destId="{E98B50C2-4036-4E79-806F-688FB8442920}" srcOrd="1" destOrd="0" presId="urn:microsoft.com/office/officeart/2005/8/layout/cycle8"/>
    <dgm:cxn modelId="{0880702B-7F62-47DC-9099-89596675394D}" type="presOf" srcId="{E2F06087-9FF4-4736-B15C-C17E27258D17}" destId="{21C5518D-09EF-4E96-A4C9-972C0225F231}" srcOrd="0" destOrd="0" presId="urn:microsoft.com/office/officeart/2005/8/layout/cycle8"/>
    <dgm:cxn modelId="{C3FA0D68-CE07-4FAE-AD20-5BF450D464C8}" type="presOf" srcId="{F752F1CA-68C7-48F2-8F15-829C86987D91}" destId="{A4C2C62A-6867-4B6C-8332-D5A12C93050B}" srcOrd="1" destOrd="0" presId="urn:microsoft.com/office/officeart/2005/8/layout/cycle8"/>
    <dgm:cxn modelId="{7BF3996B-823C-4904-B2F2-38A55EE60AA9}" type="presOf" srcId="{181F5CB9-B18C-4985-BF6A-2F9081A85073}" destId="{64D51865-BA4C-4A38-BFF0-8EFD6BF60B75}" srcOrd="1" destOrd="0" presId="urn:microsoft.com/office/officeart/2005/8/layout/cycle8"/>
    <dgm:cxn modelId="{7AAF679F-B087-4643-B6DD-BF4265B48FC1}" srcId="{A623224F-5F01-4959-A839-29EB2A976D33}" destId="{B662CE51-A866-4099-A5BB-AF40C617C6DE}" srcOrd="1" destOrd="0" parTransId="{A6969570-66F4-41F9-B68A-7D6B44F0F5D6}" sibTransId="{98A460C0-05FB-482D-BF98-15AA62519168}"/>
    <dgm:cxn modelId="{E17E04A7-829B-4F83-A2E2-D66DB6602ABB}" type="presOf" srcId="{B662CE51-A866-4099-A5BB-AF40C617C6DE}" destId="{3B80A498-EEDF-422E-9917-8CEF747BB1C6}" srcOrd="0" destOrd="0" presId="urn:microsoft.com/office/officeart/2005/8/layout/cycle8"/>
    <dgm:cxn modelId="{0B81CDAF-391C-456C-805D-958FE6E1C53E}" type="presOf" srcId="{B662CE51-A866-4099-A5BB-AF40C617C6DE}" destId="{4C5DB392-9A90-4D51-B72E-2057450CDC4B}" srcOrd="1" destOrd="0" presId="urn:microsoft.com/office/officeart/2005/8/layout/cycle8"/>
    <dgm:cxn modelId="{E13ADDB5-8BF6-402E-B2FD-1C67787CE9F2}" type="presOf" srcId="{A623224F-5F01-4959-A839-29EB2A976D33}" destId="{93322B99-0637-49A0-8FD0-8F8EB824CC12}" srcOrd="0" destOrd="0" presId="urn:microsoft.com/office/officeart/2005/8/layout/cycle8"/>
    <dgm:cxn modelId="{F91F8CBF-397D-444C-A90A-6352B8263762}" type="presOf" srcId="{F752F1CA-68C7-48F2-8F15-829C86987D91}" destId="{DF87C5CB-E222-4DD7-99C3-BFB57028231C}" srcOrd="0" destOrd="0" presId="urn:microsoft.com/office/officeart/2005/8/layout/cycle8"/>
    <dgm:cxn modelId="{99B4C1C0-E509-411F-8432-602A49BC1F92}" srcId="{A623224F-5F01-4959-A839-29EB2A976D33}" destId="{F752F1CA-68C7-48F2-8F15-829C86987D91}" srcOrd="2" destOrd="0" parTransId="{DEF4C325-FE4B-4588-A83D-761CC279F388}" sibTransId="{8BBE3661-3486-45F7-8575-012D0626530B}"/>
    <dgm:cxn modelId="{2CD3A0CD-4F0D-4DFE-BD08-2EECF0FD4BF7}" srcId="{A623224F-5F01-4959-A839-29EB2A976D33}" destId="{E2F06087-9FF4-4736-B15C-C17E27258D17}" srcOrd="4" destOrd="0" parTransId="{89120C63-F277-4943-8FA7-9E2D4E26BE63}" sibTransId="{DD6EF4C5-DA67-4C81-B0F3-DEF3907E2C34}"/>
    <dgm:cxn modelId="{655E73E4-FECF-4CBC-B359-37DB413A18EC}" type="presOf" srcId="{181F5CB9-B18C-4985-BF6A-2F9081A85073}" destId="{07AB2550-DE98-46CA-A679-80AD53D0D901}" srcOrd="0" destOrd="0" presId="urn:microsoft.com/office/officeart/2005/8/layout/cycle8"/>
    <dgm:cxn modelId="{D1FC1CEC-698C-4FA3-A823-1523FFB7E651}" srcId="{A623224F-5F01-4959-A839-29EB2A976D33}" destId="{4494DA09-CC4A-4EA6-BEE6-7452B204526A}" srcOrd="3" destOrd="0" parTransId="{11DECAC3-90C9-4339-A65B-8858723B7CE7}" sibTransId="{EB651FFA-24C6-4EF8-8F53-2E1548FE6717}"/>
    <dgm:cxn modelId="{5A79C923-DE8C-4E07-852E-144364029EA7}" type="presParOf" srcId="{93322B99-0637-49A0-8FD0-8F8EB824CC12}" destId="{07AB2550-DE98-46CA-A679-80AD53D0D901}" srcOrd="0" destOrd="0" presId="urn:microsoft.com/office/officeart/2005/8/layout/cycle8"/>
    <dgm:cxn modelId="{51DFBB4B-006F-434D-A69A-9DFAA96FE7D3}" type="presParOf" srcId="{93322B99-0637-49A0-8FD0-8F8EB824CC12}" destId="{55756F63-9E3D-46E1-A4E8-203584046784}" srcOrd="1" destOrd="0" presId="urn:microsoft.com/office/officeart/2005/8/layout/cycle8"/>
    <dgm:cxn modelId="{A4AE6B6A-6405-4D7E-9CF9-7E3ED6C6CAD9}" type="presParOf" srcId="{93322B99-0637-49A0-8FD0-8F8EB824CC12}" destId="{4E566207-815D-41F2-B6F0-9F53EFAEF101}" srcOrd="2" destOrd="0" presId="urn:microsoft.com/office/officeart/2005/8/layout/cycle8"/>
    <dgm:cxn modelId="{4824EFA5-8B24-4194-BE0A-851426948E46}" type="presParOf" srcId="{93322B99-0637-49A0-8FD0-8F8EB824CC12}" destId="{64D51865-BA4C-4A38-BFF0-8EFD6BF60B75}" srcOrd="3" destOrd="0" presId="urn:microsoft.com/office/officeart/2005/8/layout/cycle8"/>
    <dgm:cxn modelId="{6CD9B185-58B3-4EF8-B198-614635B625CB}" type="presParOf" srcId="{93322B99-0637-49A0-8FD0-8F8EB824CC12}" destId="{3B80A498-EEDF-422E-9917-8CEF747BB1C6}" srcOrd="4" destOrd="0" presId="urn:microsoft.com/office/officeart/2005/8/layout/cycle8"/>
    <dgm:cxn modelId="{78594F09-DC18-40FB-B548-3FE64CC8C731}" type="presParOf" srcId="{93322B99-0637-49A0-8FD0-8F8EB824CC12}" destId="{5892FD1A-C27D-49FA-8D5C-4203C86A0C8C}" srcOrd="5" destOrd="0" presId="urn:microsoft.com/office/officeart/2005/8/layout/cycle8"/>
    <dgm:cxn modelId="{5F5062ED-CF1B-4F36-A480-1EE12F3B4957}" type="presParOf" srcId="{93322B99-0637-49A0-8FD0-8F8EB824CC12}" destId="{07E5BBF9-0F36-496B-9E07-284F5F737C33}" srcOrd="6" destOrd="0" presId="urn:microsoft.com/office/officeart/2005/8/layout/cycle8"/>
    <dgm:cxn modelId="{A612A39F-3846-43A6-B50A-2868FC2F06D1}" type="presParOf" srcId="{93322B99-0637-49A0-8FD0-8F8EB824CC12}" destId="{4C5DB392-9A90-4D51-B72E-2057450CDC4B}" srcOrd="7" destOrd="0" presId="urn:microsoft.com/office/officeart/2005/8/layout/cycle8"/>
    <dgm:cxn modelId="{402EB014-DC45-40C0-9205-238708477FC1}" type="presParOf" srcId="{93322B99-0637-49A0-8FD0-8F8EB824CC12}" destId="{DF87C5CB-E222-4DD7-99C3-BFB57028231C}" srcOrd="8" destOrd="0" presId="urn:microsoft.com/office/officeart/2005/8/layout/cycle8"/>
    <dgm:cxn modelId="{547CCFA3-0024-4D67-993B-7BDAA4FDAC56}" type="presParOf" srcId="{93322B99-0637-49A0-8FD0-8F8EB824CC12}" destId="{9FB4B27C-19F2-4234-8466-6AF6605085A0}" srcOrd="9" destOrd="0" presId="urn:microsoft.com/office/officeart/2005/8/layout/cycle8"/>
    <dgm:cxn modelId="{2BED71E3-0FD1-4042-A477-5E2D1E50C99C}" type="presParOf" srcId="{93322B99-0637-49A0-8FD0-8F8EB824CC12}" destId="{6EC3E174-3F44-4598-9D6B-372BD65FBC7D}" srcOrd="10" destOrd="0" presId="urn:microsoft.com/office/officeart/2005/8/layout/cycle8"/>
    <dgm:cxn modelId="{ED8EF6CF-932A-49F2-90D2-CA4132C8BB04}" type="presParOf" srcId="{93322B99-0637-49A0-8FD0-8F8EB824CC12}" destId="{A4C2C62A-6867-4B6C-8332-D5A12C93050B}" srcOrd="11" destOrd="0" presId="urn:microsoft.com/office/officeart/2005/8/layout/cycle8"/>
    <dgm:cxn modelId="{3A989A93-80BD-4D34-867F-1DC3D2622718}" type="presParOf" srcId="{93322B99-0637-49A0-8FD0-8F8EB824CC12}" destId="{A9343C8C-B36D-483B-9C63-45AEEAF089D4}" srcOrd="12" destOrd="0" presId="urn:microsoft.com/office/officeart/2005/8/layout/cycle8"/>
    <dgm:cxn modelId="{514D74B8-8A3C-46EC-AC8D-4C82F8D41CCF}" type="presParOf" srcId="{93322B99-0637-49A0-8FD0-8F8EB824CC12}" destId="{879916D6-4494-49AD-9ECF-F6C458C947F5}" srcOrd="13" destOrd="0" presId="urn:microsoft.com/office/officeart/2005/8/layout/cycle8"/>
    <dgm:cxn modelId="{57AEEC77-7AFA-442B-B716-7F8708413D0E}" type="presParOf" srcId="{93322B99-0637-49A0-8FD0-8F8EB824CC12}" destId="{4DAA64C9-F2C8-4ED4-85E7-972025E50515}" srcOrd="14" destOrd="0" presId="urn:microsoft.com/office/officeart/2005/8/layout/cycle8"/>
    <dgm:cxn modelId="{5724C490-EF8F-400A-8113-6979CF212836}" type="presParOf" srcId="{93322B99-0637-49A0-8FD0-8F8EB824CC12}" destId="{E98B50C2-4036-4E79-806F-688FB8442920}" srcOrd="15" destOrd="0" presId="urn:microsoft.com/office/officeart/2005/8/layout/cycle8"/>
    <dgm:cxn modelId="{38A2D785-892C-498D-B5C0-86A21DD6059F}" type="presParOf" srcId="{93322B99-0637-49A0-8FD0-8F8EB824CC12}" destId="{21C5518D-09EF-4E96-A4C9-972C0225F231}" srcOrd="16" destOrd="0" presId="urn:microsoft.com/office/officeart/2005/8/layout/cycle8"/>
    <dgm:cxn modelId="{0EB1E119-C5B8-4ABF-B0FA-C523CD24F390}" type="presParOf" srcId="{93322B99-0637-49A0-8FD0-8F8EB824CC12}" destId="{2B199EBD-D6C3-4A5B-B24C-4766873BDB31}" srcOrd="17" destOrd="0" presId="urn:microsoft.com/office/officeart/2005/8/layout/cycle8"/>
    <dgm:cxn modelId="{EC6D7398-0851-4BB4-A699-B745018A20A4}" type="presParOf" srcId="{93322B99-0637-49A0-8FD0-8F8EB824CC12}" destId="{32E5B6FA-638D-4B0A-9F23-7A1F24206A1F}" srcOrd="18" destOrd="0" presId="urn:microsoft.com/office/officeart/2005/8/layout/cycle8"/>
    <dgm:cxn modelId="{9E01D198-20E7-465D-B4DC-E86B62B14648}" type="presParOf" srcId="{93322B99-0637-49A0-8FD0-8F8EB824CC12}" destId="{78869BFB-78AB-4282-9203-D08EEA8C3D83}" srcOrd="19" destOrd="0" presId="urn:microsoft.com/office/officeart/2005/8/layout/cycle8"/>
    <dgm:cxn modelId="{44FE83DF-77F5-4BF4-89C3-E589C9E2E300}" type="presParOf" srcId="{93322B99-0637-49A0-8FD0-8F8EB824CC12}" destId="{A35BABCB-3D2F-4692-BC4C-66FA40E16F81}" srcOrd="20" destOrd="0" presId="urn:microsoft.com/office/officeart/2005/8/layout/cycle8"/>
    <dgm:cxn modelId="{5A7F9B69-5B2E-4BBC-840D-CE0A2FB87588}" type="presParOf" srcId="{93322B99-0637-49A0-8FD0-8F8EB824CC12}" destId="{0324F16C-60CC-4A35-AC48-C0F59B9D150C}" srcOrd="21" destOrd="0" presId="urn:microsoft.com/office/officeart/2005/8/layout/cycle8"/>
    <dgm:cxn modelId="{D7B4F0E4-85FF-47C3-8065-495C1BFFB712}" type="presParOf" srcId="{93322B99-0637-49A0-8FD0-8F8EB824CC12}" destId="{6821679F-56EB-4DAA-A683-51FFC7EF3AAB}" srcOrd="22" destOrd="0" presId="urn:microsoft.com/office/officeart/2005/8/layout/cycle8"/>
    <dgm:cxn modelId="{A6FAF1BF-B61F-464C-B9E4-2BDD5C9AB3EE}" type="presParOf" srcId="{93322B99-0637-49A0-8FD0-8F8EB824CC12}" destId="{DF45E893-3B9D-4AD1-8C96-8A0CB892CC4F}" srcOrd="23" destOrd="0" presId="urn:microsoft.com/office/officeart/2005/8/layout/cycle8"/>
    <dgm:cxn modelId="{640FA9EA-ECD1-4DE3-9220-D4519E909D7D}" type="presParOf" srcId="{93322B99-0637-49A0-8FD0-8F8EB824CC12}" destId="{E9BDCE1E-98FB-4ACD-86B3-8BFD48C91C37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173D99E-2E53-491D-A444-7A8E3C2CD82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889C9D7-0326-4395-B02C-C5ACA2DC8C4C}">
      <dgm:prSet/>
      <dgm:spPr/>
      <dgm:t>
        <a:bodyPr/>
        <a:lstStyle/>
        <a:p>
          <a:pPr>
            <a:defRPr cap="all"/>
          </a:pPr>
          <a:r>
            <a:rPr lang="en-US"/>
            <a:t>Key Trends</a:t>
          </a:r>
        </a:p>
      </dgm:t>
    </dgm:pt>
    <dgm:pt modelId="{5D49451B-B19B-4C5F-9BB0-1A4F1605A649}" type="parTrans" cxnId="{E6AC7118-3085-4E84-8FD1-81545F583570}">
      <dgm:prSet/>
      <dgm:spPr/>
      <dgm:t>
        <a:bodyPr/>
        <a:lstStyle/>
        <a:p>
          <a:endParaRPr lang="en-US"/>
        </a:p>
      </dgm:t>
    </dgm:pt>
    <dgm:pt modelId="{F52B92C9-E367-4E20-844B-C8A035B9CBDE}" type="sibTrans" cxnId="{E6AC7118-3085-4E84-8FD1-81545F583570}">
      <dgm:prSet/>
      <dgm:spPr/>
      <dgm:t>
        <a:bodyPr/>
        <a:lstStyle/>
        <a:p>
          <a:endParaRPr lang="en-US"/>
        </a:p>
      </dgm:t>
    </dgm:pt>
    <dgm:pt modelId="{110316F9-B948-4939-9020-FC3BFE1E5496}">
      <dgm:prSet/>
      <dgm:spPr/>
      <dgm:t>
        <a:bodyPr/>
        <a:lstStyle/>
        <a:p>
          <a:pPr>
            <a:defRPr cap="all"/>
          </a:pPr>
          <a:r>
            <a:rPr lang="en-US" dirty="0"/>
            <a:t>AI/ML: Automate Analysis, Generate Insights</a:t>
          </a:r>
        </a:p>
      </dgm:t>
    </dgm:pt>
    <dgm:pt modelId="{5CC578F0-77DD-497A-B1DA-3FBD0496ADF0}" type="parTrans" cxnId="{5D60127A-67DF-4067-8CC2-A39EBF5BAAC8}">
      <dgm:prSet/>
      <dgm:spPr/>
      <dgm:t>
        <a:bodyPr/>
        <a:lstStyle/>
        <a:p>
          <a:endParaRPr lang="en-US"/>
        </a:p>
      </dgm:t>
    </dgm:pt>
    <dgm:pt modelId="{D84E09CF-FC99-40BF-9DC3-00BD81136A0F}" type="sibTrans" cxnId="{5D60127A-67DF-4067-8CC2-A39EBF5BAAC8}">
      <dgm:prSet/>
      <dgm:spPr/>
      <dgm:t>
        <a:bodyPr/>
        <a:lstStyle/>
        <a:p>
          <a:endParaRPr lang="en-US"/>
        </a:p>
      </dgm:t>
    </dgm:pt>
    <dgm:pt modelId="{0C65FAD8-5E0B-4423-A04D-7C03D6C019D4}">
      <dgm:prSet/>
      <dgm:spPr/>
      <dgm:t>
        <a:bodyPr/>
        <a:lstStyle/>
        <a:p>
          <a:pPr>
            <a:defRPr cap="all"/>
          </a:pPr>
          <a:r>
            <a:rPr lang="en-US" dirty="0"/>
            <a:t>Big Data: More Data, Bigger Challenges </a:t>
          </a:r>
        </a:p>
      </dgm:t>
    </dgm:pt>
    <dgm:pt modelId="{7B46EA5E-C084-4A5E-9BD0-A4DB7870844A}" type="parTrans" cxnId="{A416E9C4-A02E-4B61-B464-31E3D461ECEF}">
      <dgm:prSet/>
      <dgm:spPr/>
      <dgm:t>
        <a:bodyPr/>
        <a:lstStyle/>
        <a:p>
          <a:endParaRPr lang="en-US"/>
        </a:p>
      </dgm:t>
    </dgm:pt>
    <dgm:pt modelId="{A0E76050-29EC-42EC-B12B-C3E7D2CB6302}" type="sibTrans" cxnId="{A416E9C4-A02E-4B61-B464-31E3D461ECEF}">
      <dgm:prSet/>
      <dgm:spPr/>
      <dgm:t>
        <a:bodyPr/>
        <a:lstStyle/>
        <a:p>
          <a:endParaRPr lang="en-US"/>
        </a:p>
      </dgm:t>
    </dgm:pt>
    <dgm:pt modelId="{3819B207-6AEE-4269-98DA-CC16106DE39E}">
      <dgm:prSet/>
      <dgm:spPr/>
      <dgm:t>
        <a:bodyPr/>
        <a:lstStyle/>
        <a:p>
          <a:pPr>
            <a:defRPr cap="all"/>
          </a:pPr>
          <a:r>
            <a:rPr lang="en-US" dirty="0"/>
            <a:t>Data Literacy: Everyone Needs to Understand Data</a:t>
          </a:r>
        </a:p>
      </dgm:t>
    </dgm:pt>
    <dgm:pt modelId="{BDA90D8B-CC22-495F-BAF2-BC9860141249}" type="parTrans" cxnId="{AD17B174-320A-4B03-A062-F02DF8D40D07}">
      <dgm:prSet/>
      <dgm:spPr/>
      <dgm:t>
        <a:bodyPr/>
        <a:lstStyle/>
        <a:p>
          <a:endParaRPr lang="en-US"/>
        </a:p>
      </dgm:t>
    </dgm:pt>
    <dgm:pt modelId="{BDC654F1-9595-415C-B6E1-27042F16A4D3}" type="sibTrans" cxnId="{AD17B174-320A-4B03-A062-F02DF8D40D07}">
      <dgm:prSet/>
      <dgm:spPr/>
      <dgm:t>
        <a:bodyPr/>
        <a:lstStyle/>
        <a:p>
          <a:endParaRPr lang="en-US"/>
        </a:p>
      </dgm:t>
    </dgm:pt>
    <dgm:pt modelId="{AE4F3879-BDA6-4F1C-BF6F-2C7A3EBAE200}">
      <dgm:prSet/>
      <dgm:spPr/>
      <dgm:t>
        <a:bodyPr/>
        <a:lstStyle/>
        <a:p>
          <a:pPr>
            <a:defRPr cap="all"/>
          </a:pPr>
          <a:r>
            <a:rPr lang="en-US" dirty="0"/>
            <a:t>Real-time Analytics: Instant Insights are</a:t>
          </a:r>
        </a:p>
        <a:p>
          <a:pPr>
            <a:defRPr cap="all"/>
          </a:pPr>
          <a:endParaRPr lang="en-US" dirty="0"/>
        </a:p>
      </dgm:t>
    </dgm:pt>
    <dgm:pt modelId="{6996FC05-3967-4A8D-AB6B-18AA8D978946}" type="parTrans" cxnId="{9142C24C-7A86-4349-BE93-484A93B4368C}">
      <dgm:prSet/>
      <dgm:spPr/>
      <dgm:t>
        <a:bodyPr/>
        <a:lstStyle/>
        <a:p>
          <a:endParaRPr lang="en-US"/>
        </a:p>
      </dgm:t>
    </dgm:pt>
    <dgm:pt modelId="{3A951912-195A-4248-A5B5-60D251566CFE}" type="sibTrans" cxnId="{9142C24C-7A86-4349-BE93-484A93B4368C}">
      <dgm:prSet/>
      <dgm:spPr/>
      <dgm:t>
        <a:bodyPr/>
        <a:lstStyle/>
        <a:p>
          <a:endParaRPr lang="en-US"/>
        </a:p>
      </dgm:t>
    </dgm:pt>
    <dgm:pt modelId="{70C3F00C-9066-4A18-9AA6-7F6B28936AB5}">
      <dgm:prSet/>
      <dgm:spPr/>
      <dgm:t>
        <a:bodyPr/>
        <a:lstStyle/>
        <a:p>
          <a:pPr>
            <a:defRPr cap="all"/>
          </a:pPr>
          <a:r>
            <a:rPr lang="en-US" dirty="0"/>
            <a:t>Embedded Analytics: Insights in Business</a:t>
          </a:r>
        </a:p>
      </dgm:t>
    </dgm:pt>
    <dgm:pt modelId="{0513D8DA-BF4A-4FAC-A089-33B464414667}" type="parTrans" cxnId="{F999A470-9278-43CD-BADE-C9111562E7A6}">
      <dgm:prSet/>
      <dgm:spPr/>
      <dgm:t>
        <a:bodyPr/>
        <a:lstStyle/>
        <a:p>
          <a:endParaRPr lang="en-US"/>
        </a:p>
      </dgm:t>
    </dgm:pt>
    <dgm:pt modelId="{F717EE21-79D6-45F6-8261-CD7462F38237}" type="sibTrans" cxnId="{F999A470-9278-43CD-BADE-C9111562E7A6}">
      <dgm:prSet/>
      <dgm:spPr/>
      <dgm:t>
        <a:bodyPr/>
        <a:lstStyle/>
        <a:p>
          <a:endParaRPr lang="en-US"/>
        </a:p>
      </dgm:t>
    </dgm:pt>
    <dgm:pt modelId="{45DCF1CB-9FBE-42A5-80D7-62D9C601820B}" type="pres">
      <dgm:prSet presAssocID="{B173D99E-2E53-491D-A444-7A8E3C2CD82C}" presName="root" presStyleCnt="0">
        <dgm:presLayoutVars>
          <dgm:dir/>
          <dgm:resizeHandles val="exact"/>
        </dgm:presLayoutVars>
      </dgm:prSet>
      <dgm:spPr/>
    </dgm:pt>
    <dgm:pt modelId="{FBD8C748-6302-4808-A8FC-331693184472}" type="pres">
      <dgm:prSet presAssocID="{1889C9D7-0326-4395-B02C-C5ACA2DC8C4C}" presName="compNode" presStyleCnt="0"/>
      <dgm:spPr/>
    </dgm:pt>
    <dgm:pt modelId="{D461C221-3BE4-42FD-AD01-26182171DA7F}" type="pres">
      <dgm:prSet presAssocID="{1889C9D7-0326-4395-B02C-C5ACA2DC8C4C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754219C3-730A-4914-B74D-814B386F3020}" type="pres">
      <dgm:prSet presAssocID="{1889C9D7-0326-4395-B02C-C5ACA2DC8C4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C3719B0-621E-4472-A65B-697817961838}" type="pres">
      <dgm:prSet presAssocID="{1889C9D7-0326-4395-B02C-C5ACA2DC8C4C}" presName="spaceRect" presStyleCnt="0"/>
      <dgm:spPr/>
    </dgm:pt>
    <dgm:pt modelId="{29C76EEC-9EFA-4545-8972-323222BF325D}" type="pres">
      <dgm:prSet presAssocID="{1889C9D7-0326-4395-B02C-C5ACA2DC8C4C}" presName="textRect" presStyleLbl="revTx" presStyleIdx="0" presStyleCnt="6">
        <dgm:presLayoutVars>
          <dgm:chMax val="1"/>
          <dgm:chPref val="1"/>
        </dgm:presLayoutVars>
      </dgm:prSet>
      <dgm:spPr/>
    </dgm:pt>
    <dgm:pt modelId="{4C4E6FC0-D894-49D6-9470-720A2B0425B9}" type="pres">
      <dgm:prSet presAssocID="{F52B92C9-E367-4E20-844B-C8A035B9CBDE}" presName="sibTrans" presStyleCnt="0"/>
      <dgm:spPr/>
    </dgm:pt>
    <dgm:pt modelId="{55D47456-DAE7-420D-BF0F-496270B13759}" type="pres">
      <dgm:prSet presAssocID="{110316F9-B948-4939-9020-FC3BFE1E5496}" presName="compNode" presStyleCnt="0"/>
      <dgm:spPr/>
    </dgm:pt>
    <dgm:pt modelId="{8A55456B-5F3F-4B7F-85CE-DEC1B80FB1A2}" type="pres">
      <dgm:prSet presAssocID="{110316F9-B948-4939-9020-FC3BFE1E5496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3BE547BE-E3FE-40F8-A122-F94E058698C4}" type="pres">
      <dgm:prSet presAssocID="{110316F9-B948-4939-9020-FC3BFE1E549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A3D87B7-CED9-416D-A434-CE6F1E4AEA46}" type="pres">
      <dgm:prSet presAssocID="{110316F9-B948-4939-9020-FC3BFE1E5496}" presName="spaceRect" presStyleCnt="0"/>
      <dgm:spPr/>
    </dgm:pt>
    <dgm:pt modelId="{DEE083E0-55DB-4527-97ED-408808EEE258}" type="pres">
      <dgm:prSet presAssocID="{110316F9-B948-4939-9020-FC3BFE1E5496}" presName="textRect" presStyleLbl="revTx" presStyleIdx="1" presStyleCnt="6">
        <dgm:presLayoutVars>
          <dgm:chMax val="1"/>
          <dgm:chPref val="1"/>
        </dgm:presLayoutVars>
      </dgm:prSet>
      <dgm:spPr/>
    </dgm:pt>
    <dgm:pt modelId="{074F15BE-2067-4E84-A931-C7A7B447A208}" type="pres">
      <dgm:prSet presAssocID="{D84E09CF-FC99-40BF-9DC3-00BD81136A0F}" presName="sibTrans" presStyleCnt="0"/>
      <dgm:spPr/>
    </dgm:pt>
    <dgm:pt modelId="{E587AC51-3840-4399-97A8-57D64A48F4BB}" type="pres">
      <dgm:prSet presAssocID="{0C65FAD8-5E0B-4423-A04D-7C03D6C019D4}" presName="compNode" presStyleCnt="0"/>
      <dgm:spPr/>
    </dgm:pt>
    <dgm:pt modelId="{1C090C9A-F12F-46B9-94E4-828774A12E9A}" type="pres">
      <dgm:prSet presAssocID="{0C65FAD8-5E0B-4423-A04D-7C03D6C019D4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6F02D0ED-CD71-4356-AD4B-04C04A112507}" type="pres">
      <dgm:prSet presAssocID="{0C65FAD8-5E0B-4423-A04D-7C03D6C019D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C43A35F0-0893-48BD-848C-B1E2CA085F34}" type="pres">
      <dgm:prSet presAssocID="{0C65FAD8-5E0B-4423-A04D-7C03D6C019D4}" presName="spaceRect" presStyleCnt="0"/>
      <dgm:spPr/>
    </dgm:pt>
    <dgm:pt modelId="{CF00C698-CB3D-4E1F-82DF-7BFD3EED919E}" type="pres">
      <dgm:prSet presAssocID="{0C65FAD8-5E0B-4423-A04D-7C03D6C019D4}" presName="textRect" presStyleLbl="revTx" presStyleIdx="2" presStyleCnt="6">
        <dgm:presLayoutVars>
          <dgm:chMax val="1"/>
          <dgm:chPref val="1"/>
        </dgm:presLayoutVars>
      </dgm:prSet>
      <dgm:spPr/>
    </dgm:pt>
    <dgm:pt modelId="{311BD0C2-E8BD-40A1-8FD3-92778BCFE554}" type="pres">
      <dgm:prSet presAssocID="{A0E76050-29EC-42EC-B12B-C3E7D2CB6302}" presName="sibTrans" presStyleCnt="0"/>
      <dgm:spPr/>
    </dgm:pt>
    <dgm:pt modelId="{443FEB49-8D0E-4F7A-9E08-4DA73080E482}" type="pres">
      <dgm:prSet presAssocID="{3819B207-6AEE-4269-98DA-CC16106DE39E}" presName="compNode" presStyleCnt="0"/>
      <dgm:spPr/>
    </dgm:pt>
    <dgm:pt modelId="{80B5A2DC-7375-431D-8602-DE0C2EF939D6}" type="pres">
      <dgm:prSet presAssocID="{3819B207-6AEE-4269-98DA-CC16106DE39E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52FE44E-6A9C-43A5-A367-F0E1F69840A9}" type="pres">
      <dgm:prSet presAssocID="{3819B207-6AEE-4269-98DA-CC16106DE39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14DF47B-7FC3-439D-9490-B1035752CCAB}" type="pres">
      <dgm:prSet presAssocID="{3819B207-6AEE-4269-98DA-CC16106DE39E}" presName="spaceRect" presStyleCnt="0"/>
      <dgm:spPr/>
    </dgm:pt>
    <dgm:pt modelId="{F0C02922-9692-45F4-A949-C9457DF4DE6A}" type="pres">
      <dgm:prSet presAssocID="{3819B207-6AEE-4269-98DA-CC16106DE39E}" presName="textRect" presStyleLbl="revTx" presStyleIdx="3" presStyleCnt="6">
        <dgm:presLayoutVars>
          <dgm:chMax val="1"/>
          <dgm:chPref val="1"/>
        </dgm:presLayoutVars>
      </dgm:prSet>
      <dgm:spPr/>
    </dgm:pt>
    <dgm:pt modelId="{5F1B8B7D-2050-4CF1-80D9-A4ED9F66BAF0}" type="pres">
      <dgm:prSet presAssocID="{BDC654F1-9595-415C-B6E1-27042F16A4D3}" presName="sibTrans" presStyleCnt="0"/>
      <dgm:spPr/>
    </dgm:pt>
    <dgm:pt modelId="{B7F33123-4BE2-4D3A-AAF2-51DA0F385144}" type="pres">
      <dgm:prSet presAssocID="{AE4F3879-BDA6-4F1C-BF6F-2C7A3EBAE200}" presName="compNode" presStyleCnt="0"/>
      <dgm:spPr/>
    </dgm:pt>
    <dgm:pt modelId="{5C92BF5F-57E4-471C-8CC9-627483E5385B}" type="pres">
      <dgm:prSet presAssocID="{AE4F3879-BDA6-4F1C-BF6F-2C7A3EBAE200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F88706B-C24E-4D27-964E-70ED01B9FBE5}" type="pres">
      <dgm:prSet presAssocID="{AE4F3879-BDA6-4F1C-BF6F-2C7A3EBAE20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B5FEEF7-54BD-4051-A62B-BE5B958CDF9C}" type="pres">
      <dgm:prSet presAssocID="{AE4F3879-BDA6-4F1C-BF6F-2C7A3EBAE200}" presName="spaceRect" presStyleCnt="0"/>
      <dgm:spPr/>
    </dgm:pt>
    <dgm:pt modelId="{3580F1D2-F538-4569-9ED3-F6706B0F14C8}" type="pres">
      <dgm:prSet presAssocID="{AE4F3879-BDA6-4F1C-BF6F-2C7A3EBAE200}" presName="textRect" presStyleLbl="revTx" presStyleIdx="4" presStyleCnt="6">
        <dgm:presLayoutVars>
          <dgm:chMax val="1"/>
          <dgm:chPref val="1"/>
        </dgm:presLayoutVars>
      </dgm:prSet>
      <dgm:spPr/>
    </dgm:pt>
    <dgm:pt modelId="{DA42C9EC-8697-4ABB-BA68-9079479144C7}" type="pres">
      <dgm:prSet presAssocID="{3A951912-195A-4248-A5B5-60D251566CFE}" presName="sibTrans" presStyleCnt="0"/>
      <dgm:spPr/>
    </dgm:pt>
    <dgm:pt modelId="{E6FC2B38-42A6-4F0B-8093-32B482EF7C82}" type="pres">
      <dgm:prSet presAssocID="{70C3F00C-9066-4A18-9AA6-7F6B28936AB5}" presName="compNode" presStyleCnt="0"/>
      <dgm:spPr/>
    </dgm:pt>
    <dgm:pt modelId="{FCBDF65E-5922-40B4-86C3-89A7E629371E}" type="pres">
      <dgm:prSet presAssocID="{70C3F00C-9066-4A18-9AA6-7F6B28936AB5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C8C77A0-480A-44F2-877E-72C1B91AE4DD}" type="pres">
      <dgm:prSet presAssocID="{70C3F00C-9066-4A18-9AA6-7F6B28936AB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7ADFCD2-27BA-4C94-B7DD-4AF7C121EA7B}" type="pres">
      <dgm:prSet presAssocID="{70C3F00C-9066-4A18-9AA6-7F6B28936AB5}" presName="spaceRect" presStyleCnt="0"/>
      <dgm:spPr/>
    </dgm:pt>
    <dgm:pt modelId="{64A1D810-FCBE-45B7-A9FE-30422B0BFA10}" type="pres">
      <dgm:prSet presAssocID="{70C3F00C-9066-4A18-9AA6-7F6B28936AB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7B1BA16-4179-4D13-AE31-9E2B2A8C28BB}" type="presOf" srcId="{AE4F3879-BDA6-4F1C-BF6F-2C7A3EBAE200}" destId="{3580F1D2-F538-4569-9ED3-F6706B0F14C8}" srcOrd="0" destOrd="0" presId="urn:microsoft.com/office/officeart/2018/5/layout/IconLeafLabelList"/>
    <dgm:cxn modelId="{E6AC7118-3085-4E84-8FD1-81545F583570}" srcId="{B173D99E-2E53-491D-A444-7A8E3C2CD82C}" destId="{1889C9D7-0326-4395-B02C-C5ACA2DC8C4C}" srcOrd="0" destOrd="0" parTransId="{5D49451B-B19B-4C5F-9BB0-1A4F1605A649}" sibTransId="{F52B92C9-E367-4E20-844B-C8A035B9CBDE}"/>
    <dgm:cxn modelId="{D4B8103D-786C-4EF2-BF31-E7CEEA35F286}" type="presOf" srcId="{110316F9-B948-4939-9020-FC3BFE1E5496}" destId="{DEE083E0-55DB-4527-97ED-408808EEE258}" srcOrd="0" destOrd="0" presId="urn:microsoft.com/office/officeart/2018/5/layout/IconLeafLabelList"/>
    <dgm:cxn modelId="{9142C24C-7A86-4349-BE93-484A93B4368C}" srcId="{B173D99E-2E53-491D-A444-7A8E3C2CD82C}" destId="{AE4F3879-BDA6-4F1C-BF6F-2C7A3EBAE200}" srcOrd="4" destOrd="0" parTransId="{6996FC05-3967-4A8D-AB6B-18AA8D978946}" sibTransId="{3A951912-195A-4248-A5B5-60D251566CFE}"/>
    <dgm:cxn modelId="{F999A470-9278-43CD-BADE-C9111562E7A6}" srcId="{B173D99E-2E53-491D-A444-7A8E3C2CD82C}" destId="{70C3F00C-9066-4A18-9AA6-7F6B28936AB5}" srcOrd="5" destOrd="0" parTransId="{0513D8DA-BF4A-4FAC-A089-33B464414667}" sibTransId="{F717EE21-79D6-45F6-8261-CD7462F38237}"/>
    <dgm:cxn modelId="{AD17B174-320A-4B03-A062-F02DF8D40D07}" srcId="{B173D99E-2E53-491D-A444-7A8E3C2CD82C}" destId="{3819B207-6AEE-4269-98DA-CC16106DE39E}" srcOrd="3" destOrd="0" parTransId="{BDA90D8B-CC22-495F-BAF2-BC9860141249}" sibTransId="{BDC654F1-9595-415C-B6E1-27042F16A4D3}"/>
    <dgm:cxn modelId="{5D60127A-67DF-4067-8CC2-A39EBF5BAAC8}" srcId="{B173D99E-2E53-491D-A444-7A8E3C2CD82C}" destId="{110316F9-B948-4939-9020-FC3BFE1E5496}" srcOrd="1" destOrd="0" parTransId="{5CC578F0-77DD-497A-B1DA-3FBD0496ADF0}" sibTransId="{D84E09CF-FC99-40BF-9DC3-00BD81136A0F}"/>
    <dgm:cxn modelId="{51B8A999-A99A-42AC-A74D-225F403077B2}" type="presOf" srcId="{B173D99E-2E53-491D-A444-7A8E3C2CD82C}" destId="{45DCF1CB-9FBE-42A5-80D7-62D9C601820B}" srcOrd="0" destOrd="0" presId="urn:microsoft.com/office/officeart/2018/5/layout/IconLeafLabelList"/>
    <dgm:cxn modelId="{D08915AF-7DB1-4E2C-87A3-CDC60ECB8EE4}" type="presOf" srcId="{0C65FAD8-5E0B-4423-A04D-7C03D6C019D4}" destId="{CF00C698-CB3D-4E1F-82DF-7BFD3EED919E}" srcOrd="0" destOrd="0" presId="urn:microsoft.com/office/officeart/2018/5/layout/IconLeafLabelList"/>
    <dgm:cxn modelId="{A416E9C4-A02E-4B61-B464-31E3D461ECEF}" srcId="{B173D99E-2E53-491D-A444-7A8E3C2CD82C}" destId="{0C65FAD8-5E0B-4423-A04D-7C03D6C019D4}" srcOrd="2" destOrd="0" parTransId="{7B46EA5E-C084-4A5E-9BD0-A4DB7870844A}" sibTransId="{A0E76050-29EC-42EC-B12B-C3E7D2CB6302}"/>
    <dgm:cxn modelId="{33E925D6-0FA2-4B49-BEA1-E92B2B44789F}" type="presOf" srcId="{70C3F00C-9066-4A18-9AA6-7F6B28936AB5}" destId="{64A1D810-FCBE-45B7-A9FE-30422B0BFA10}" srcOrd="0" destOrd="0" presId="urn:microsoft.com/office/officeart/2018/5/layout/IconLeafLabelList"/>
    <dgm:cxn modelId="{DF97C0D7-532F-40EF-B730-BBD014648256}" type="presOf" srcId="{3819B207-6AEE-4269-98DA-CC16106DE39E}" destId="{F0C02922-9692-45F4-A949-C9457DF4DE6A}" srcOrd="0" destOrd="0" presId="urn:microsoft.com/office/officeart/2018/5/layout/IconLeafLabelList"/>
    <dgm:cxn modelId="{1D2B44F6-68B3-4E26-BD66-165EFD89E4B8}" type="presOf" srcId="{1889C9D7-0326-4395-B02C-C5ACA2DC8C4C}" destId="{29C76EEC-9EFA-4545-8972-323222BF325D}" srcOrd="0" destOrd="0" presId="urn:microsoft.com/office/officeart/2018/5/layout/IconLeafLabelList"/>
    <dgm:cxn modelId="{ADF24A01-A8DE-40F5-B914-C91CD789D8AC}" type="presParOf" srcId="{45DCF1CB-9FBE-42A5-80D7-62D9C601820B}" destId="{FBD8C748-6302-4808-A8FC-331693184472}" srcOrd="0" destOrd="0" presId="urn:microsoft.com/office/officeart/2018/5/layout/IconLeafLabelList"/>
    <dgm:cxn modelId="{8894EC8E-3533-468A-96A8-A8724882D15F}" type="presParOf" srcId="{FBD8C748-6302-4808-A8FC-331693184472}" destId="{D461C221-3BE4-42FD-AD01-26182171DA7F}" srcOrd="0" destOrd="0" presId="urn:microsoft.com/office/officeart/2018/5/layout/IconLeafLabelList"/>
    <dgm:cxn modelId="{EDA65D05-3901-4937-90BF-8FD4C9CF080E}" type="presParOf" srcId="{FBD8C748-6302-4808-A8FC-331693184472}" destId="{754219C3-730A-4914-B74D-814B386F3020}" srcOrd="1" destOrd="0" presId="urn:microsoft.com/office/officeart/2018/5/layout/IconLeafLabelList"/>
    <dgm:cxn modelId="{BE6420B2-09D6-4EAD-8371-AE3F73CF0162}" type="presParOf" srcId="{FBD8C748-6302-4808-A8FC-331693184472}" destId="{EC3719B0-621E-4472-A65B-697817961838}" srcOrd="2" destOrd="0" presId="urn:microsoft.com/office/officeart/2018/5/layout/IconLeafLabelList"/>
    <dgm:cxn modelId="{59864281-64BB-42C4-B5B5-34E03C1D5C28}" type="presParOf" srcId="{FBD8C748-6302-4808-A8FC-331693184472}" destId="{29C76EEC-9EFA-4545-8972-323222BF325D}" srcOrd="3" destOrd="0" presId="urn:microsoft.com/office/officeart/2018/5/layout/IconLeafLabelList"/>
    <dgm:cxn modelId="{2D31944A-6BB6-4E33-802C-D8C47D5816C7}" type="presParOf" srcId="{45DCF1CB-9FBE-42A5-80D7-62D9C601820B}" destId="{4C4E6FC0-D894-49D6-9470-720A2B0425B9}" srcOrd="1" destOrd="0" presId="urn:microsoft.com/office/officeart/2018/5/layout/IconLeafLabelList"/>
    <dgm:cxn modelId="{AD5D377E-5E28-405D-8CF3-4FBD48B58E95}" type="presParOf" srcId="{45DCF1CB-9FBE-42A5-80D7-62D9C601820B}" destId="{55D47456-DAE7-420D-BF0F-496270B13759}" srcOrd="2" destOrd="0" presId="urn:microsoft.com/office/officeart/2018/5/layout/IconLeafLabelList"/>
    <dgm:cxn modelId="{2F64A82B-338F-4036-A2D5-68B5BA579877}" type="presParOf" srcId="{55D47456-DAE7-420D-BF0F-496270B13759}" destId="{8A55456B-5F3F-4B7F-85CE-DEC1B80FB1A2}" srcOrd="0" destOrd="0" presId="urn:microsoft.com/office/officeart/2018/5/layout/IconLeafLabelList"/>
    <dgm:cxn modelId="{1D9D43AA-AC12-4036-8889-35B7A4965892}" type="presParOf" srcId="{55D47456-DAE7-420D-BF0F-496270B13759}" destId="{3BE547BE-E3FE-40F8-A122-F94E058698C4}" srcOrd="1" destOrd="0" presId="urn:microsoft.com/office/officeart/2018/5/layout/IconLeafLabelList"/>
    <dgm:cxn modelId="{B1C152C6-73DC-4D53-A0B6-F75005883B39}" type="presParOf" srcId="{55D47456-DAE7-420D-BF0F-496270B13759}" destId="{3A3D87B7-CED9-416D-A434-CE6F1E4AEA46}" srcOrd="2" destOrd="0" presId="urn:microsoft.com/office/officeart/2018/5/layout/IconLeafLabelList"/>
    <dgm:cxn modelId="{3F413051-A385-4F0C-A4AD-6CD011EADBF1}" type="presParOf" srcId="{55D47456-DAE7-420D-BF0F-496270B13759}" destId="{DEE083E0-55DB-4527-97ED-408808EEE258}" srcOrd="3" destOrd="0" presId="urn:microsoft.com/office/officeart/2018/5/layout/IconLeafLabelList"/>
    <dgm:cxn modelId="{7CDE0C79-A3ED-46E1-A1BB-73AE9773BECC}" type="presParOf" srcId="{45DCF1CB-9FBE-42A5-80D7-62D9C601820B}" destId="{074F15BE-2067-4E84-A931-C7A7B447A208}" srcOrd="3" destOrd="0" presId="urn:microsoft.com/office/officeart/2018/5/layout/IconLeafLabelList"/>
    <dgm:cxn modelId="{94859CA3-D20D-405D-87B7-DEE061C90B31}" type="presParOf" srcId="{45DCF1CB-9FBE-42A5-80D7-62D9C601820B}" destId="{E587AC51-3840-4399-97A8-57D64A48F4BB}" srcOrd="4" destOrd="0" presId="urn:microsoft.com/office/officeart/2018/5/layout/IconLeafLabelList"/>
    <dgm:cxn modelId="{2B53456F-F3E8-49D6-942B-7B48731D66AE}" type="presParOf" srcId="{E587AC51-3840-4399-97A8-57D64A48F4BB}" destId="{1C090C9A-F12F-46B9-94E4-828774A12E9A}" srcOrd="0" destOrd="0" presId="urn:microsoft.com/office/officeart/2018/5/layout/IconLeafLabelList"/>
    <dgm:cxn modelId="{7625C633-2510-4262-9211-3CB0B6A1B790}" type="presParOf" srcId="{E587AC51-3840-4399-97A8-57D64A48F4BB}" destId="{6F02D0ED-CD71-4356-AD4B-04C04A112507}" srcOrd="1" destOrd="0" presId="urn:microsoft.com/office/officeart/2018/5/layout/IconLeafLabelList"/>
    <dgm:cxn modelId="{4B885278-0D8A-48D4-85DB-25DD7639AE93}" type="presParOf" srcId="{E587AC51-3840-4399-97A8-57D64A48F4BB}" destId="{C43A35F0-0893-48BD-848C-B1E2CA085F34}" srcOrd="2" destOrd="0" presId="urn:microsoft.com/office/officeart/2018/5/layout/IconLeafLabelList"/>
    <dgm:cxn modelId="{E8DEA028-1157-45BE-AF5B-C76B26FEDCB8}" type="presParOf" srcId="{E587AC51-3840-4399-97A8-57D64A48F4BB}" destId="{CF00C698-CB3D-4E1F-82DF-7BFD3EED919E}" srcOrd="3" destOrd="0" presId="urn:microsoft.com/office/officeart/2018/5/layout/IconLeafLabelList"/>
    <dgm:cxn modelId="{F195DEE3-3140-4CE5-8978-7B5572D948B9}" type="presParOf" srcId="{45DCF1CB-9FBE-42A5-80D7-62D9C601820B}" destId="{311BD0C2-E8BD-40A1-8FD3-92778BCFE554}" srcOrd="5" destOrd="0" presId="urn:microsoft.com/office/officeart/2018/5/layout/IconLeafLabelList"/>
    <dgm:cxn modelId="{8ADAE25E-0634-4300-A75F-C9563FD41242}" type="presParOf" srcId="{45DCF1CB-9FBE-42A5-80D7-62D9C601820B}" destId="{443FEB49-8D0E-4F7A-9E08-4DA73080E482}" srcOrd="6" destOrd="0" presId="urn:microsoft.com/office/officeart/2018/5/layout/IconLeafLabelList"/>
    <dgm:cxn modelId="{5690BF5F-E3A3-4A5E-BF44-515E4ACECC6C}" type="presParOf" srcId="{443FEB49-8D0E-4F7A-9E08-4DA73080E482}" destId="{80B5A2DC-7375-431D-8602-DE0C2EF939D6}" srcOrd="0" destOrd="0" presId="urn:microsoft.com/office/officeart/2018/5/layout/IconLeafLabelList"/>
    <dgm:cxn modelId="{9738385C-FFF7-4505-A0CC-53C34DDE67F8}" type="presParOf" srcId="{443FEB49-8D0E-4F7A-9E08-4DA73080E482}" destId="{D52FE44E-6A9C-43A5-A367-F0E1F69840A9}" srcOrd="1" destOrd="0" presId="urn:microsoft.com/office/officeart/2018/5/layout/IconLeafLabelList"/>
    <dgm:cxn modelId="{1A8088B8-68A8-4082-9268-06C738CC08A0}" type="presParOf" srcId="{443FEB49-8D0E-4F7A-9E08-4DA73080E482}" destId="{614DF47B-7FC3-439D-9490-B1035752CCAB}" srcOrd="2" destOrd="0" presId="urn:microsoft.com/office/officeart/2018/5/layout/IconLeafLabelList"/>
    <dgm:cxn modelId="{EF979086-55B8-4F17-9D57-5C94FD2BD31C}" type="presParOf" srcId="{443FEB49-8D0E-4F7A-9E08-4DA73080E482}" destId="{F0C02922-9692-45F4-A949-C9457DF4DE6A}" srcOrd="3" destOrd="0" presId="urn:microsoft.com/office/officeart/2018/5/layout/IconLeafLabelList"/>
    <dgm:cxn modelId="{12578163-39A7-4472-A0CA-4739DC50C540}" type="presParOf" srcId="{45DCF1CB-9FBE-42A5-80D7-62D9C601820B}" destId="{5F1B8B7D-2050-4CF1-80D9-A4ED9F66BAF0}" srcOrd="7" destOrd="0" presId="urn:microsoft.com/office/officeart/2018/5/layout/IconLeafLabelList"/>
    <dgm:cxn modelId="{E1171E2E-298B-445B-A4D2-F8F9FD18016E}" type="presParOf" srcId="{45DCF1CB-9FBE-42A5-80D7-62D9C601820B}" destId="{B7F33123-4BE2-4D3A-AAF2-51DA0F385144}" srcOrd="8" destOrd="0" presId="urn:microsoft.com/office/officeart/2018/5/layout/IconLeafLabelList"/>
    <dgm:cxn modelId="{BFF0202F-D3C3-4642-BC2F-EECCF99D40A5}" type="presParOf" srcId="{B7F33123-4BE2-4D3A-AAF2-51DA0F385144}" destId="{5C92BF5F-57E4-471C-8CC9-627483E5385B}" srcOrd="0" destOrd="0" presId="urn:microsoft.com/office/officeart/2018/5/layout/IconLeafLabelList"/>
    <dgm:cxn modelId="{180D4BA2-048B-4531-A619-88BF537A77DF}" type="presParOf" srcId="{B7F33123-4BE2-4D3A-AAF2-51DA0F385144}" destId="{2F88706B-C24E-4D27-964E-70ED01B9FBE5}" srcOrd="1" destOrd="0" presId="urn:microsoft.com/office/officeart/2018/5/layout/IconLeafLabelList"/>
    <dgm:cxn modelId="{F077DCA1-07C5-4687-A732-B97C4E1020B9}" type="presParOf" srcId="{B7F33123-4BE2-4D3A-AAF2-51DA0F385144}" destId="{5B5FEEF7-54BD-4051-A62B-BE5B958CDF9C}" srcOrd="2" destOrd="0" presId="urn:microsoft.com/office/officeart/2018/5/layout/IconLeafLabelList"/>
    <dgm:cxn modelId="{888D8402-7EAB-4A21-9DB7-FC7BCED006BF}" type="presParOf" srcId="{B7F33123-4BE2-4D3A-AAF2-51DA0F385144}" destId="{3580F1D2-F538-4569-9ED3-F6706B0F14C8}" srcOrd="3" destOrd="0" presId="urn:microsoft.com/office/officeart/2018/5/layout/IconLeafLabelList"/>
    <dgm:cxn modelId="{7B7F8416-F24B-4281-A449-EEA99D098556}" type="presParOf" srcId="{45DCF1CB-9FBE-42A5-80D7-62D9C601820B}" destId="{DA42C9EC-8697-4ABB-BA68-9079479144C7}" srcOrd="9" destOrd="0" presId="urn:microsoft.com/office/officeart/2018/5/layout/IconLeafLabelList"/>
    <dgm:cxn modelId="{E3442A6F-C211-4C21-B3FD-5C93CF460ACD}" type="presParOf" srcId="{45DCF1CB-9FBE-42A5-80D7-62D9C601820B}" destId="{E6FC2B38-42A6-4F0B-8093-32B482EF7C82}" srcOrd="10" destOrd="0" presId="urn:microsoft.com/office/officeart/2018/5/layout/IconLeafLabelList"/>
    <dgm:cxn modelId="{7F942C31-D339-4A57-BCCA-87CA9285CD5F}" type="presParOf" srcId="{E6FC2B38-42A6-4F0B-8093-32B482EF7C82}" destId="{FCBDF65E-5922-40B4-86C3-89A7E629371E}" srcOrd="0" destOrd="0" presId="urn:microsoft.com/office/officeart/2018/5/layout/IconLeafLabelList"/>
    <dgm:cxn modelId="{202E0D37-3C8A-49A8-A010-BAA18C6CBA14}" type="presParOf" srcId="{E6FC2B38-42A6-4F0B-8093-32B482EF7C82}" destId="{0C8C77A0-480A-44F2-877E-72C1B91AE4DD}" srcOrd="1" destOrd="0" presId="urn:microsoft.com/office/officeart/2018/5/layout/IconLeafLabelList"/>
    <dgm:cxn modelId="{5CEBE3E2-0F99-4A71-8BB2-93E06B0F092D}" type="presParOf" srcId="{E6FC2B38-42A6-4F0B-8093-32B482EF7C82}" destId="{A7ADFCD2-27BA-4C94-B7DD-4AF7C121EA7B}" srcOrd="2" destOrd="0" presId="urn:microsoft.com/office/officeart/2018/5/layout/IconLeafLabelList"/>
    <dgm:cxn modelId="{3B909B1F-8E27-4D0A-814A-41E2A2E8A52E}" type="presParOf" srcId="{E6FC2B38-42A6-4F0B-8093-32B482EF7C82}" destId="{64A1D810-FCBE-45B7-A9FE-30422B0BFA1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9A69B0A-E428-4257-9615-A1F86D87B9E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95D8A16-8143-46CA-B8C1-ACEE90B48262}">
      <dgm:prSet/>
      <dgm:spPr/>
      <dgm:t>
        <a:bodyPr/>
        <a:lstStyle/>
        <a:p>
          <a:pPr>
            <a:defRPr cap="all"/>
          </a:pPr>
          <a:r>
            <a:rPr lang="en-US"/>
            <a:t>Data Visualization: A Critical Skill</a:t>
          </a:r>
        </a:p>
      </dgm:t>
    </dgm:pt>
    <dgm:pt modelId="{997DB747-440F-421A-B7B6-62563FA1A577}" type="parTrans" cxnId="{D7D49670-C1C2-4D79-8A9B-D505E24AE2D0}">
      <dgm:prSet/>
      <dgm:spPr/>
      <dgm:t>
        <a:bodyPr/>
        <a:lstStyle/>
        <a:p>
          <a:endParaRPr lang="en-US"/>
        </a:p>
      </dgm:t>
    </dgm:pt>
    <dgm:pt modelId="{CC64940C-3D84-4137-A1E2-E152A7625ABB}" type="sibTrans" cxnId="{D7D49670-C1C2-4D79-8A9B-D505E24AE2D0}">
      <dgm:prSet/>
      <dgm:spPr/>
      <dgm:t>
        <a:bodyPr/>
        <a:lstStyle/>
        <a:p>
          <a:endParaRPr lang="en-US"/>
        </a:p>
      </dgm:t>
    </dgm:pt>
    <dgm:pt modelId="{FDC64194-6440-4D75-8FE2-6827709541D3}">
      <dgm:prSet/>
      <dgm:spPr/>
      <dgm:t>
        <a:bodyPr/>
        <a:lstStyle/>
        <a:p>
          <a:pPr>
            <a:defRPr cap="all"/>
          </a:pPr>
          <a:r>
            <a:rPr lang="en-US"/>
            <a:t>Transforming Data into Actionable Insights</a:t>
          </a:r>
        </a:p>
      </dgm:t>
    </dgm:pt>
    <dgm:pt modelId="{9C4FD500-75EF-42C3-B26F-71D06A8A6A99}" type="parTrans" cxnId="{5538FCA3-F631-48ED-AE47-E679001FE802}">
      <dgm:prSet/>
      <dgm:spPr/>
      <dgm:t>
        <a:bodyPr/>
        <a:lstStyle/>
        <a:p>
          <a:endParaRPr lang="en-US"/>
        </a:p>
      </dgm:t>
    </dgm:pt>
    <dgm:pt modelId="{6539E100-1C49-47EC-96CC-E3D8BC232CD6}" type="sibTrans" cxnId="{5538FCA3-F631-48ED-AE47-E679001FE802}">
      <dgm:prSet/>
      <dgm:spPr/>
      <dgm:t>
        <a:bodyPr/>
        <a:lstStyle/>
        <a:p>
          <a:endParaRPr lang="en-US"/>
        </a:p>
      </dgm:t>
    </dgm:pt>
    <dgm:pt modelId="{42AC0C0B-1461-4AA4-A1AC-BEA0E131DA20}">
      <dgm:prSet/>
      <dgm:spPr/>
      <dgm:t>
        <a:bodyPr/>
        <a:lstStyle/>
        <a:p>
          <a:pPr>
            <a:defRPr cap="all"/>
          </a:pPr>
          <a:r>
            <a:rPr lang="en-US"/>
            <a:t>Driving Better Decisions</a:t>
          </a:r>
        </a:p>
      </dgm:t>
    </dgm:pt>
    <dgm:pt modelId="{FCA64DF5-8476-4221-ABD4-3440CD73415E}" type="parTrans" cxnId="{3561089C-4527-451F-B588-402567427645}">
      <dgm:prSet/>
      <dgm:spPr/>
      <dgm:t>
        <a:bodyPr/>
        <a:lstStyle/>
        <a:p>
          <a:endParaRPr lang="en-US"/>
        </a:p>
      </dgm:t>
    </dgm:pt>
    <dgm:pt modelId="{5254A5C7-5D06-428F-8786-B27B07F948A6}" type="sibTrans" cxnId="{3561089C-4527-451F-B588-402567427645}">
      <dgm:prSet/>
      <dgm:spPr/>
      <dgm:t>
        <a:bodyPr/>
        <a:lstStyle/>
        <a:p>
          <a:endParaRPr lang="en-US"/>
        </a:p>
      </dgm:t>
    </dgm:pt>
    <dgm:pt modelId="{FDFEDF98-C2AB-428C-B0E0-2C8CAFFE9690}">
      <dgm:prSet/>
      <dgm:spPr/>
      <dgm:t>
        <a:bodyPr/>
        <a:lstStyle/>
        <a:p>
          <a:pPr>
            <a:defRPr cap="all"/>
          </a:pPr>
          <a:r>
            <a:rPr lang="en-US"/>
            <a:t>Gaining a Competitive Advantage</a:t>
          </a:r>
        </a:p>
      </dgm:t>
    </dgm:pt>
    <dgm:pt modelId="{D3F7CBC8-430C-4FBD-AF84-E02C622013CB}" type="parTrans" cxnId="{7E41CD34-7F80-4711-96DF-F7E93C2CA060}">
      <dgm:prSet/>
      <dgm:spPr/>
      <dgm:t>
        <a:bodyPr/>
        <a:lstStyle/>
        <a:p>
          <a:endParaRPr lang="en-US"/>
        </a:p>
      </dgm:t>
    </dgm:pt>
    <dgm:pt modelId="{EAEEC23E-E801-4257-A1E8-15B41A342E6C}" type="sibTrans" cxnId="{7E41CD34-7F80-4711-96DF-F7E93C2CA060}">
      <dgm:prSet/>
      <dgm:spPr/>
      <dgm:t>
        <a:bodyPr/>
        <a:lstStyle/>
        <a:p>
          <a:endParaRPr lang="en-US"/>
        </a:p>
      </dgm:t>
    </dgm:pt>
    <dgm:pt modelId="{68213C80-CE08-4136-8F24-4D192901D0E4}">
      <dgm:prSet/>
      <dgm:spPr/>
      <dgm:t>
        <a:bodyPr/>
        <a:lstStyle/>
        <a:p>
          <a:pPr>
            <a:defRPr cap="all"/>
          </a:pPr>
          <a:r>
            <a:rPr lang="en-US" dirty="0"/>
            <a:t>Master Data Visualization and Thrive in the Data Age!</a:t>
          </a:r>
        </a:p>
      </dgm:t>
    </dgm:pt>
    <dgm:pt modelId="{124F5F49-B61C-4F33-B015-DDD0700EFBDB}" type="parTrans" cxnId="{3B4EC710-DD05-41DD-8E03-22EA07B9FFCC}">
      <dgm:prSet/>
      <dgm:spPr/>
      <dgm:t>
        <a:bodyPr/>
        <a:lstStyle/>
        <a:p>
          <a:endParaRPr lang="en-US"/>
        </a:p>
      </dgm:t>
    </dgm:pt>
    <dgm:pt modelId="{A18D50B3-114F-43DE-827D-4B9EF2471992}" type="sibTrans" cxnId="{3B4EC710-DD05-41DD-8E03-22EA07B9FFCC}">
      <dgm:prSet/>
      <dgm:spPr/>
      <dgm:t>
        <a:bodyPr/>
        <a:lstStyle/>
        <a:p>
          <a:endParaRPr lang="en-US"/>
        </a:p>
      </dgm:t>
    </dgm:pt>
    <dgm:pt modelId="{46C28B3D-2E63-4421-8BFF-DEAE894BFBD7}" type="pres">
      <dgm:prSet presAssocID="{C9A69B0A-E428-4257-9615-A1F86D87B9ED}" presName="root" presStyleCnt="0">
        <dgm:presLayoutVars>
          <dgm:dir/>
          <dgm:resizeHandles val="exact"/>
        </dgm:presLayoutVars>
      </dgm:prSet>
      <dgm:spPr/>
    </dgm:pt>
    <dgm:pt modelId="{264B6636-1788-4A86-9F82-233CEFB1D8B6}" type="pres">
      <dgm:prSet presAssocID="{B95D8A16-8143-46CA-B8C1-ACEE90B48262}" presName="compNode" presStyleCnt="0"/>
      <dgm:spPr/>
    </dgm:pt>
    <dgm:pt modelId="{AC4A2AAE-A43B-4739-9291-FBCDE56F82D0}" type="pres">
      <dgm:prSet presAssocID="{B95D8A16-8143-46CA-B8C1-ACEE90B48262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9E2AEB9-5FF9-41C5-9D46-3CAF33DBCFAA}" type="pres">
      <dgm:prSet presAssocID="{B95D8A16-8143-46CA-B8C1-ACEE90B4826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D344980-0FE7-48FD-976D-C3BFBCA3CAA7}" type="pres">
      <dgm:prSet presAssocID="{B95D8A16-8143-46CA-B8C1-ACEE90B48262}" presName="spaceRect" presStyleCnt="0"/>
      <dgm:spPr/>
    </dgm:pt>
    <dgm:pt modelId="{F4C13A19-D0E7-4620-9806-3B731A3EEDB9}" type="pres">
      <dgm:prSet presAssocID="{B95D8A16-8143-46CA-B8C1-ACEE90B48262}" presName="textRect" presStyleLbl="revTx" presStyleIdx="0" presStyleCnt="5">
        <dgm:presLayoutVars>
          <dgm:chMax val="1"/>
          <dgm:chPref val="1"/>
        </dgm:presLayoutVars>
      </dgm:prSet>
      <dgm:spPr/>
    </dgm:pt>
    <dgm:pt modelId="{0FEEDFCB-072B-48DA-AE10-7E5B20558783}" type="pres">
      <dgm:prSet presAssocID="{CC64940C-3D84-4137-A1E2-E152A7625ABB}" presName="sibTrans" presStyleCnt="0"/>
      <dgm:spPr/>
    </dgm:pt>
    <dgm:pt modelId="{77A461C2-ED9F-44B4-8BFB-7E60FDA05B7D}" type="pres">
      <dgm:prSet presAssocID="{FDC64194-6440-4D75-8FE2-6827709541D3}" presName="compNode" presStyleCnt="0"/>
      <dgm:spPr/>
    </dgm:pt>
    <dgm:pt modelId="{E5B0D6C8-588C-4B97-96DE-A4653279810D}" type="pres">
      <dgm:prSet presAssocID="{FDC64194-6440-4D75-8FE2-6827709541D3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F590328-0A48-47DC-A975-6CA64E1C19D8}" type="pres">
      <dgm:prSet presAssocID="{FDC64194-6440-4D75-8FE2-6827709541D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0E16460-7422-4B65-898F-46EB8A5B00CA}" type="pres">
      <dgm:prSet presAssocID="{FDC64194-6440-4D75-8FE2-6827709541D3}" presName="spaceRect" presStyleCnt="0"/>
      <dgm:spPr/>
    </dgm:pt>
    <dgm:pt modelId="{1865CB78-2090-4AAC-9033-F4101B53F308}" type="pres">
      <dgm:prSet presAssocID="{FDC64194-6440-4D75-8FE2-6827709541D3}" presName="textRect" presStyleLbl="revTx" presStyleIdx="1" presStyleCnt="5">
        <dgm:presLayoutVars>
          <dgm:chMax val="1"/>
          <dgm:chPref val="1"/>
        </dgm:presLayoutVars>
      </dgm:prSet>
      <dgm:spPr/>
    </dgm:pt>
    <dgm:pt modelId="{88501EC7-B691-4348-8E62-87844386E7DC}" type="pres">
      <dgm:prSet presAssocID="{6539E100-1C49-47EC-96CC-E3D8BC232CD6}" presName="sibTrans" presStyleCnt="0"/>
      <dgm:spPr/>
    </dgm:pt>
    <dgm:pt modelId="{B5439EFC-A5BA-4E6D-A3A8-786B2666E122}" type="pres">
      <dgm:prSet presAssocID="{42AC0C0B-1461-4AA4-A1AC-BEA0E131DA20}" presName="compNode" presStyleCnt="0"/>
      <dgm:spPr/>
    </dgm:pt>
    <dgm:pt modelId="{18F7F032-5CAC-4CF3-AEEF-815BCC82F569}" type="pres">
      <dgm:prSet presAssocID="{42AC0C0B-1461-4AA4-A1AC-BEA0E131DA20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EB4FC25-3FA6-4F2B-A386-51A06715BA5C}" type="pres">
      <dgm:prSet presAssocID="{42AC0C0B-1461-4AA4-A1AC-BEA0E131DA2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96DE0D4C-3D80-4A10-B550-3D5429092219}" type="pres">
      <dgm:prSet presAssocID="{42AC0C0B-1461-4AA4-A1AC-BEA0E131DA20}" presName="spaceRect" presStyleCnt="0"/>
      <dgm:spPr/>
    </dgm:pt>
    <dgm:pt modelId="{3269ECD7-5173-4A28-B4C3-38C4C98EA463}" type="pres">
      <dgm:prSet presAssocID="{42AC0C0B-1461-4AA4-A1AC-BEA0E131DA20}" presName="textRect" presStyleLbl="revTx" presStyleIdx="2" presStyleCnt="5">
        <dgm:presLayoutVars>
          <dgm:chMax val="1"/>
          <dgm:chPref val="1"/>
        </dgm:presLayoutVars>
      </dgm:prSet>
      <dgm:spPr/>
    </dgm:pt>
    <dgm:pt modelId="{48C35E27-39CF-4231-A34B-D88AC65FCEBD}" type="pres">
      <dgm:prSet presAssocID="{5254A5C7-5D06-428F-8786-B27B07F948A6}" presName="sibTrans" presStyleCnt="0"/>
      <dgm:spPr/>
    </dgm:pt>
    <dgm:pt modelId="{72D7C0FD-96D4-453B-B82A-A67A7F6AD665}" type="pres">
      <dgm:prSet presAssocID="{FDFEDF98-C2AB-428C-B0E0-2C8CAFFE9690}" presName="compNode" presStyleCnt="0"/>
      <dgm:spPr/>
    </dgm:pt>
    <dgm:pt modelId="{899A44FF-E93B-409E-9722-77DA0052CD24}" type="pres">
      <dgm:prSet presAssocID="{FDFEDF98-C2AB-428C-B0E0-2C8CAFFE9690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E40094A-C974-4975-8F14-D25DD4DCC2B1}" type="pres">
      <dgm:prSet presAssocID="{FDFEDF98-C2AB-428C-B0E0-2C8CAFFE969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17B1073-057F-4FA5-A7E8-DEF2EFCDB8D9}" type="pres">
      <dgm:prSet presAssocID="{FDFEDF98-C2AB-428C-B0E0-2C8CAFFE9690}" presName="spaceRect" presStyleCnt="0"/>
      <dgm:spPr/>
    </dgm:pt>
    <dgm:pt modelId="{8BB3F94D-2BCD-465F-983C-E0DBB1A8E878}" type="pres">
      <dgm:prSet presAssocID="{FDFEDF98-C2AB-428C-B0E0-2C8CAFFE9690}" presName="textRect" presStyleLbl="revTx" presStyleIdx="3" presStyleCnt="5">
        <dgm:presLayoutVars>
          <dgm:chMax val="1"/>
          <dgm:chPref val="1"/>
        </dgm:presLayoutVars>
      </dgm:prSet>
      <dgm:spPr/>
    </dgm:pt>
    <dgm:pt modelId="{C92D1F21-6A16-49F3-8EE7-E8BC60A76B5A}" type="pres">
      <dgm:prSet presAssocID="{EAEEC23E-E801-4257-A1E8-15B41A342E6C}" presName="sibTrans" presStyleCnt="0"/>
      <dgm:spPr/>
    </dgm:pt>
    <dgm:pt modelId="{1E9E92BB-A9B2-44A9-8C2D-3DE378C5E08B}" type="pres">
      <dgm:prSet presAssocID="{68213C80-CE08-4136-8F24-4D192901D0E4}" presName="compNode" presStyleCnt="0"/>
      <dgm:spPr/>
    </dgm:pt>
    <dgm:pt modelId="{074AFCE8-708B-43ED-8A55-6733C0D17918}" type="pres">
      <dgm:prSet presAssocID="{68213C80-CE08-4136-8F24-4D192901D0E4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F64FA62-E9B3-400B-AB9E-108F3A0A8980}" type="pres">
      <dgm:prSet presAssocID="{68213C80-CE08-4136-8F24-4D192901D0E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4D07EC2-CA90-456F-87C7-712378515771}" type="pres">
      <dgm:prSet presAssocID="{68213C80-CE08-4136-8F24-4D192901D0E4}" presName="spaceRect" presStyleCnt="0"/>
      <dgm:spPr/>
    </dgm:pt>
    <dgm:pt modelId="{1D2E3CA1-614D-407F-842F-F1BB10322DA1}" type="pres">
      <dgm:prSet presAssocID="{68213C80-CE08-4136-8F24-4D192901D0E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ED0EF0B-9A2B-48C4-A493-09EFD1D83CD4}" type="presOf" srcId="{B95D8A16-8143-46CA-B8C1-ACEE90B48262}" destId="{F4C13A19-D0E7-4620-9806-3B731A3EEDB9}" srcOrd="0" destOrd="0" presId="urn:microsoft.com/office/officeart/2018/5/layout/IconLeafLabelList"/>
    <dgm:cxn modelId="{3B4EC710-DD05-41DD-8E03-22EA07B9FFCC}" srcId="{C9A69B0A-E428-4257-9615-A1F86D87B9ED}" destId="{68213C80-CE08-4136-8F24-4D192901D0E4}" srcOrd="4" destOrd="0" parTransId="{124F5F49-B61C-4F33-B015-DDD0700EFBDB}" sibTransId="{A18D50B3-114F-43DE-827D-4B9EF2471992}"/>
    <dgm:cxn modelId="{7E41CD34-7F80-4711-96DF-F7E93C2CA060}" srcId="{C9A69B0A-E428-4257-9615-A1F86D87B9ED}" destId="{FDFEDF98-C2AB-428C-B0E0-2C8CAFFE9690}" srcOrd="3" destOrd="0" parTransId="{D3F7CBC8-430C-4FBD-AF84-E02C622013CB}" sibTransId="{EAEEC23E-E801-4257-A1E8-15B41A342E6C}"/>
    <dgm:cxn modelId="{E76FD45F-D22D-4CC5-81C3-B1A8906E45A5}" type="presOf" srcId="{C9A69B0A-E428-4257-9615-A1F86D87B9ED}" destId="{46C28B3D-2E63-4421-8BFF-DEAE894BFBD7}" srcOrd="0" destOrd="0" presId="urn:microsoft.com/office/officeart/2018/5/layout/IconLeafLabelList"/>
    <dgm:cxn modelId="{238C166A-9FD2-4F89-B118-92F1B1C8B6DC}" type="presOf" srcId="{FDFEDF98-C2AB-428C-B0E0-2C8CAFFE9690}" destId="{8BB3F94D-2BCD-465F-983C-E0DBB1A8E878}" srcOrd="0" destOrd="0" presId="urn:microsoft.com/office/officeart/2018/5/layout/IconLeafLabelList"/>
    <dgm:cxn modelId="{D7D49670-C1C2-4D79-8A9B-D505E24AE2D0}" srcId="{C9A69B0A-E428-4257-9615-A1F86D87B9ED}" destId="{B95D8A16-8143-46CA-B8C1-ACEE90B48262}" srcOrd="0" destOrd="0" parTransId="{997DB747-440F-421A-B7B6-62563FA1A577}" sibTransId="{CC64940C-3D84-4137-A1E2-E152A7625ABB}"/>
    <dgm:cxn modelId="{7BEA285A-191E-494B-BC56-8918A328960B}" type="presOf" srcId="{FDC64194-6440-4D75-8FE2-6827709541D3}" destId="{1865CB78-2090-4AAC-9033-F4101B53F308}" srcOrd="0" destOrd="0" presId="urn:microsoft.com/office/officeart/2018/5/layout/IconLeafLabelList"/>
    <dgm:cxn modelId="{BBAD3995-36EA-4163-91B2-CA924259228C}" type="presOf" srcId="{42AC0C0B-1461-4AA4-A1AC-BEA0E131DA20}" destId="{3269ECD7-5173-4A28-B4C3-38C4C98EA463}" srcOrd="0" destOrd="0" presId="urn:microsoft.com/office/officeart/2018/5/layout/IconLeafLabelList"/>
    <dgm:cxn modelId="{3561089C-4527-451F-B588-402567427645}" srcId="{C9A69B0A-E428-4257-9615-A1F86D87B9ED}" destId="{42AC0C0B-1461-4AA4-A1AC-BEA0E131DA20}" srcOrd="2" destOrd="0" parTransId="{FCA64DF5-8476-4221-ABD4-3440CD73415E}" sibTransId="{5254A5C7-5D06-428F-8786-B27B07F948A6}"/>
    <dgm:cxn modelId="{5538FCA3-F631-48ED-AE47-E679001FE802}" srcId="{C9A69B0A-E428-4257-9615-A1F86D87B9ED}" destId="{FDC64194-6440-4D75-8FE2-6827709541D3}" srcOrd="1" destOrd="0" parTransId="{9C4FD500-75EF-42C3-B26F-71D06A8A6A99}" sibTransId="{6539E100-1C49-47EC-96CC-E3D8BC232CD6}"/>
    <dgm:cxn modelId="{842F27EE-D8F0-45BF-9088-E148DE11ACA7}" type="presOf" srcId="{68213C80-CE08-4136-8F24-4D192901D0E4}" destId="{1D2E3CA1-614D-407F-842F-F1BB10322DA1}" srcOrd="0" destOrd="0" presId="urn:microsoft.com/office/officeart/2018/5/layout/IconLeafLabelList"/>
    <dgm:cxn modelId="{E0535EB5-F1B8-4570-8886-4321E9C552E2}" type="presParOf" srcId="{46C28B3D-2E63-4421-8BFF-DEAE894BFBD7}" destId="{264B6636-1788-4A86-9F82-233CEFB1D8B6}" srcOrd="0" destOrd="0" presId="urn:microsoft.com/office/officeart/2018/5/layout/IconLeafLabelList"/>
    <dgm:cxn modelId="{C7522BD6-8C74-47CA-B903-177879D6B983}" type="presParOf" srcId="{264B6636-1788-4A86-9F82-233CEFB1D8B6}" destId="{AC4A2AAE-A43B-4739-9291-FBCDE56F82D0}" srcOrd="0" destOrd="0" presId="urn:microsoft.com/office/officeart/2018/5/layout/IconLeafLabelList"/>
    <dgm:cxn modelId="{7ED58F63-349B-425C-8FB1-0B26666095F9}" type="presParOf" srcId="{264B6636-1788-4A86-9F82-233CEFB1D8B6}" destId="{89E2AEB9-5FF9-41C5-9D46-3CAF33DBCFAA}" srcOrd="1" destOrd="0" presId="urn:microsoft.com/office/officeart/2018/5/layout/IconLeafLabelList"/>
    <dgm:cxn modelId="{83BA7272-C632-4572-8317-7CE12BAF674D}" type="presParOf" srcId="{264B6636-1788-4A86-9F82-233CEFB1D8B6}" destId="{8D344980-0FE7-48FD-976D-C3BFBCA3CAA7}" srcOrd="2" destOrd="0" presId="urn:microsoft.com/office/officeart/2018/5/layout/IconLeafLabelList"/>
    <dgm:cxn modelId="{22213DA5-49FF-43E9-A9E0-A5125648894C}" type="presParOf" srcId="{264B6636-1788-4A86-9F82-233CEFB1D8B6}" destId="{F4C13A19-D0E7-4620-9806-3B731A3EEDB9}" srcOrd="3" destOrd="0" presId="urn:microsoft.com/office/officeart/2018/5/layout/IconLeafLabelList"/>
    <dgm:cxn modelId="{A0AD9D95-60D8-4528-BCB9-F591DEDC385E}" type="presParOf" srcId="{46C28B3D-2E63-4421-8BFF-DEAE894BFBD7}" destId="{0FEEDFCB-072B-48DA-AE10-7E5B20558783}" srcOrd="1" destOrd="0" presId="urn:microsoft.com/office/officeart/2018/5/layout/IconLeafLabelList"/>
    <dgm:cxn modelId="{315A120A-AA88-4EFE-9C16-6D5E97C8D0A1}" type="presParOf" srcId="{46C28B3D-2E63-4421-8BFF-DEAE894BFBD7}" destId="{77A461C2-ED9F-44B4-8BFB-7E60FDA05B7D}" srcOrd="2" destOrd="0" presId="urn:microsoft.com/office/officeart/2018/5/layout/IconLeafLabelList"/>
    <dgm:cxn modelId="{B8D70ED9-31B3-4A55-851C-191E55FCD45F}" type="presParOf" srcId="{77A461C2-ED9F-44B4-8BFB-7E60FDA05B7D}" destId="{E5B0D6C8-588C-4B97-96DE-A4653279810D}" srcOrd="0" destOrd="0" presId="urn:microsoft.com/office/officeart/2018/5/layout/IconLeafLabelList"/>
    <dgm:cxn modelId="{94424B18-E719-42EF-9A9D-737E96DFF9EC}" type="presParOf" srcId="{77A461C2-ED9F-44B4-8BFB-7E60FDA05B7D}" destId="{4F590328-0A48-47DC-A975-6CA64E1C19D8}" srcOrd="1" destOrd="0" presId="urn:microsoft.com/office/officeart/2018/5/layout/IconLeafLabelList"/>
    <dgm:cxn modelId="{4A20132D-6399-4766-BF0A-92BE9376BF4C}" type="presParOf" srcId="{77A461C2-ED9F-44B4-8BFB-7E60FDA05B7D}" destId="{D0E16460-7422-4B65-898F-46EB8A5B00CA}" srcOrd="2" destOrd="0" presId="urn:microsoft.com/office/officeart/2018/5/layout/IconLeafLabelList"/>
    <dgm:cxn modelId="{6B523151-7934-452D-99AF-C359C04EA5C0}" type="presParOf" srcId="{77A461C2-ED9F-44B4-8BFB-7E60FDA05B7D}" destId="{1865CB78-2090-4AAC-9033-F4101B53F308}" srcOrd="3" destOrd="0" presId="urn:microsoft.com/office/officeart/2018/5/layout/IconLeafLabelList"/>
    <dgm:cxn modelId="{A0520070-B279-42C1-8C04-A7A97AE0F909}" type="presParOf" srcId="{46C28B3D-2E63-4421-8BFF-DEAE894BFBD7}" destId="{88501EC7-B691-4348-8E62-87844386E7DC}" srcOrd="3" destOrd="0" presId="urn:microsoft.com/office/officeart/2018/5/layout/IconLeafLabelList"/>
    <dgm:cxn modelId="{F5FDD7DC-5BF7-4198-A5B8-EFCBA5AD5885}" type="presParOf" srcId="{46C28B3D-2E63-4421-8BFF-DEAE894BFBD7}" destId="{B5439EFC-A5BA-4E6D-A3A8-786B2666E122}" srcOrd="4" destOrd="0" presId="urn:microsoft.com/office/officeart/2018/5/layout/IconLeafLabelList"/>
    <dgm:cxn modelId="{62D66F27-566F-4FB0-AC52-D56132829B94}" type="presParOf" srcId="{B5439EFC-A5BA-4E6D-A3A8-786B2666E122}" destId="{18F7F032-5CAC-4CF3-AEEF-815BCC82F569}" srcOrd="0" destOrd="0" presId="urn:microsoft.com/office/officeart/2018/5/layout/IconLeafLabelList"/>
    <dgm:cxn modelId="{E9680BAD-1975-4D8F-BA9A-E26B4AF4FD96}" type="presParOf" srcId="{B5439EFC-A5BA-4E6D-A3A8-786B2666E122}" destId="{0EB4FC25-3FA6-4F2B-A386-51A06715BA5C}" srcOrd="1" destOrd="0" presId="urn:microsoft.com/office/officeart/2018/5/layout/IconLeafLabelList"/>
    <dgm:cxn modelId="{FFE57627-FAC4-4230-8748-AFB2FCBEF1CE}" type="presParOf" srcId="{B5439EFC-A5BA-4E6D-A3A8-786B2666E122}" destId="{96DE0D4C-3D80-4A10-B550-3D5429092219}" srcOrd="2" destOrd="0" presId="urn:microsoft.com/office/officeart/2018/5/layout/IconLeafLabelList"/>
    <dgm:cxn modelId="{7BCFE3AE-3A2B-4433-96BB-C2421BF26415}" type="presParOf" srcId="{B5439EFC-A5BA-4E6D-A3A8-786B2666E122}" destId="{3269ECD7-5173-4A28-B4C3-38C4C98EA463}" srcOrd="3" destOrd="0" presId="urn:microsoft.com/office/officeart/2018/5/layout/IconLeafLabelList"/>
    <dgm:cxn modelId="{CD5D2592-FF26-4E9A-AEAF-0C1750F18B95}" type="presParOf" srcId="{46C28B3D-2E63-4421-8BFF-DEAE894BFBD7}" destId="{48C35E27-39CF-4231-A34B-D88AC65FCEBD}" srcOrd="5" destOrd="0" presId="urn:microsoft.com/office/officeart/2018/5/layout/IconLeafLabelList"/>
    <dgm:cxn modelId="{C0C1E5C2-29B1-43A1-B360-A1B0BAB643F7}" type="presParOf" srcId="{46C28B3D-2E63-4421-8BFF-DEAE894BFBD7}" destId="{72D7C0FD-96D4-453B-B82A-A67A7F6AD665}" srcOrd="6" destOrd="0" presId="urn:microsoft.com/office/officeart/2018/5/layout/IconLeafLabelList"/>
    <dgm:cxn modelId="{B16A4625-F729-4074-BC97-EE7681C7B296}" type="presParOf" srcId="{72D7C0FD-96D4-453B-B82A-A67A7F6AD665}" destId="{899A44FF-E93B-409E-9722-77DA0052CD24}" srcOrd="0" destOrd="0" presId="urn:microsoft.com/office/officeart/2018/5/layout/IconLeafLabelList"/>
    <dgm:cxn modelId="{DCF3E1DE-8543-4C83-B493-DB930DE863EA}" type="presParOf" srcId="{72D7C0FD-96D4-453B-B82A-A67A7F6AD665}" destId="{BE40094A-C974-4975-8F14-D25DD4DCC2B1}" srcOrd="1" destOrd="0" presId="urn:microsoft.com/office/officeart/2018/5/layout/IconLeafLabelList"/>
    <dgm:cxn modelId="{A8E72498-FE82-4EEA-BF66-BA76BE8D8C6E}" type="presParOf" srcId="{72D7C0FD-96D4-453B-B82A-A67A7F6AD665}" destId="{917B1073-057F-4FA5-A7E8-DEF2EFCDB8D9}" srcOrd="2" destOrd="0" presId="urn:microsoft.com/office/officeart/2018/5/layout/IconLeafLabelList"/>
    <dgm:cxn modelId="{3A240EBC-9309-4358-840E-DE673835EC6B}" type="presParOf" srcId="{72D7C0FD-96D4-453B-B82A-A67A7F6AD665}" destId="{8BB3F94D-2BCD-465F-983C-E0DBB1A8E878}" srcOrd="3" destOrd="0" presId="urn:microsoft.com/office/officeart/2018/5/layout/IconLeafLabelList"/>
    <dgm:cxn modelId="{46C269AE-226D-4551-8989-F17E3778F22F}" type="presParOf" srcId="{46C28B3D-2E63-4421-8BFF-DEAE894BFBD7}" destId="{C92D1F21-6A16-49F3-8EE7-E8BC60A76B5A}" srcOrd="7" destOrd="0" presId="urn:microsoft.com/office/officeart/2018/5/layout/IconLeafLabelList"/>
    <dgm:cxn modelId="{57895459-C7AD-4FD3-83E0-07185DD2CB05}" type="presParOf" srcId="{46C28B3D-2E63-4421-8BFF-DEAE894BFBD7}" destId="{1E9E92BB-A9B2-44A9-8C2D-3DE378C5E08B}" srcOrd="8" destOrd="0" presId="urn:microsoft.com/office/officeart/2018/5/layout/IconLeafLabelList"/>
    <dgm:cxn modelId="{651004D7-AB26-4C7E-818A-FB8CCC73B4E6}" type="presParOf" srcId="{1E9E92BB-A9B2-44A9-8C2D-3DE378C5E08B}" destId="{074AFCE8-708B-43ED-8A55-6733C0D17918}" srcOrd="0" destOrd="0" presId="urn:microsoft.com/office/officeart/2018/5/layout/IconLeafLabelList"/>
    <dgm:cxn modelId="{35E8E94F-BDEB-43C4-8E11-3F803E5C8F18}" type="presParOf" srcId="{1E9E92BB-A9B2-44A9-8C2D-3DE378C5E08B}" destId="{5F64FA62-E9B3-400B-AB9E-108F3A0A8980}" srcOrd="1" destOrd="0" presId="urn:microsoft.com/office/officeart/2018/5/layout/IconLeafLabelList"/>
    <dgm:cxn modelId="{959AA4B8-F69B-4C87-8FDA-AAF9008B4BF4}" type="presParOf" srcId="{1E9E92BB-A9B2-44A9-8C2D-3DE378C5E08B}" destId="{14D07EC2-CA90-456F-87C7-712378515771}" srcOrd="2" destOrd="0" presId="urn:microsoft.com/office/officeart/2018/5/layout/IconLeafLabelList"/>
    <dgm:cxn modelId="{BD64365E-EE07-45AC-9EA2-9765CA1334EF}" type="presParOf" srcId="{1E9E92BB-A9B2-44A9-8C2D-3DE378C5E08B}" destId="{1D2E3CA1-614D-407F-842F-F1BB10322DA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BEAB8B-63AE-4B3B-8B68-FC57A80045C2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9E902D-37F5-47EE-A9F7-579D85DA5633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B0F75-572D-4E66-B775-D60146D1EAC3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Iterative, methodical exploration of past business performance.</a:t>
          </a:r>
        </a:p>
      </dsp:txBody>
      <dsp:txXfrm>
        <a:off x="100682" y="2684598"/>
        <a:ext cx="2370489" cy="720000"/>
      </dsp:txXfrm>
    </dsp:sp>
    <dsp:sp modelId="{4D1A0AB6-319B-4BCC-953D-B81F6F82C73E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C14C7-9B73-425D-8D94-474601636DD7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183ED-B038-462E-B359-4FABD0829EA2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Objective: Gain Insights and Drive Future Planning.</a:t>
          </a:r>
        </a:p>
      </dsp:txBody>
      <dsp:txXfrm>
        <a:off x="2886007" y="2684598"/>
        <a:ext cx="2370489" cy="720000"/>
      </dsp:txXfrm>
    </dsp:sp>
    <dsp:sp modelId="{19D43425-1A7B-4033-B08C-777432E6D78F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20D167-6A37-4276-A226-4E3E66102812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29C0C8-3A53-40F8-B4B2-92FE0B800512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Transforming Raw Data into Meaningful Information &amp; Actionable Knowledge</a:t>
          </a:r>
        </a:p>
      </dsp:txBody>
      <dsp:txXfrm>
        <a:off x="5671332" y="2684598"/>
        <a:ext cx="2370489" cy="720000"/>
      </dsp:txXfrm>
    </dsp:sp>
    <dsp:sp modelId="{D0550937-CDC9-4CA3-94DB-BB26954457AA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F9EC25-2C33-41AF-B1AF-DA4E3E3FFC32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2D77F-02BA-4D18-B6EA-4E8060AE22B3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Encompasses various techniques &amp; methodologies</a:t>
          </a:r>
        </a:p>
      </dsp:txBody>
      <dsp:txXfrm>
        <a:off x="8456657" y="26845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1118E2-5B6B-4CAD-82D3-602702EAB4BD}">
      <dsp:nvSpPr>
        <dsp:cNvPr id="0" name=""/>
        <dsp:cNvSpPr/>
      </dsp:nvSpPr>
      <dsp:spPr>
        <a:xfrm>
          <a:off x="0" y="1409"/>
          <a:ext cx="105156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27AFEC-3C04-4E96-9BDD-578E6788D9C0}">
      <dsp:nvSpPr>
        <dsp:cNvPr id="0" name=""/>
        <dsp:cNvSpPr/>
      </dsp:nvSpPr>
      <dsp:spPr>
        <a:xfrm>
          <a:off x="181696" y="136555"/>
          <a:ext cx="330356" cy="3303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DFFE9-F940-44F8-AADC-5C8BAA478788}">
      <dsp:nvSpPr>
        <dsp:cNvPr id="0" name=""/>
        <dsp:cNvSpPr/>
      </dsp:nvSpPr>
      <dsp:spPr>
        <a:xfrm>
          <a:off x="693749" y="1409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Enhanced Decision Making:   Data-driven Insights</a:t>
          </a:r>
        </a:p>
      </dsp:txBody>
      <dsp:txXfrm>
        <a:off x="693749" y="1409"/>
        <a:ext cx="9821850" cy="600648"/>
      </dsp:txXfrm>
    </dsp:sp>
    <dsp:sp modelId="{F019FF3C-3AF5-4B11-8449-36BC95DB2156}">
      <dsp:nvSpPr>
        <dsp:cNvPr id="0" name=""/>
        <dsp:cNvSpPr/>
      </dsp:nvSpPr>
      <dsp:spPr>
        <a:xfrm>
          <a:off x="0" y="752220"/>
          <a:ext cx="10515600" cy="600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242A4-5413-49A6-8675-9D73512661D8}">
      <dsp:nvSpPr>
        <dsp:cNvPr id="0" name=""/>
        <dsp:cNvSpPr/>
      </dsp:nvSpPr>
      <dsp:spPr>
        <a:xfrm>
          <a:off x="181696" y="887366"/>
          <a:ext cx="330356" cy="3303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CF55D-1387-45FE-ACE1-6A7C20F3D7E1}">
      <dsp:nvSpPr>
        <dsp:cNvPr id="0" name=""/>
        <dsp:cNvSpPr/>
      </dsp:nvSpPr>
      <dsp:spPr>
        <a:xfrm>
          <a:off x="693749" y="752220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Improved Efficiency &amp; Productivity:   Optimize Processes, Reduce Costs</a:t>
          </a:r>
        </a:p>
      </dsp:txBody>
      <dsp:txXfrm>
        <a:off x="693749" y="752220"/>
        <a:ext cx="9821850" cy="600648"/>
      </dsp:txXfrm>
    </dsp:sp>
    <dsp:sp modelId="{E2C2A789-B335-4351-86AD-D81EF75CDB26}">
      <dsp:nvSpPr>
        <dsp:cNvPr id="0" name=""/>
        <dsp:cNvSpPr/>
      </dsp:nvSpPr>
      <dsp:spPr>
        <a:xfrm>
          <a:off x="0" y="1503031"/>
          <a:ext cx="10515600" cy="600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37DEEB-D92D-4A13-B178-B4E5A4BC1C21}">
      <dsp:nvSpPr>
        <dsp:cNvPr id="0" name=""/>
        <dsp:cNvSpPr/>
      </dsp:nvSpPr>
      <dsp:spPr>
        <a:xfrm>
          <a:off x="181696" y="1638177"/>
          <a:ext cx="330356" cy="3303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45925-3B35-4A3B-A99A-B9139AA46BAE}">
      <dsp:nvSpPr>
        <dsp:cNvPr id="0" name=""/>
        <dsp:cNvSpPr/>
      </dsp:nvSpPr>
      <dsp:spPr>
        <a:xfrm>
          <a:off x="693749" y="1503031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Better Customer Understanding:   Personalize Marketing, Improve Service</a:t>
          </a:r>
        </a:p>
      </dsp:txBody>
      <dsp:txXfrm>
        <a:off x="693749" y="1503031"/>
        <a:ext cx="9821850" cy="600648"/>
      </dsp:txXfrm>
    </dsp:sp>
    <dsp:sp modelId="{09CBC330-5AF7-45A6-A338-1479966A372F}">
      <dsp:nvSpPr>
        <dsp:cNvPr id="0" name=""/>
        <dsp:cNvSpPr/>
      </dsp:nvSpPr>
      <dsp:spPr>
        <a:xfrm>
          <a:off x="0" y="2253843"/>
          <a:ext cx="10515600" cy="600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2C8430-0CA6-4576-BE49-4330B8B0B028}">
      <dsp:nvSpPr>
        <dsp:cNvPr id="0" name=""/>
        <dsp:cNvSpPr/>
      </dsp:nvSpPr>
      <dsp:spPr>
        <a:xfrm>
          <a:off x="181696" y="2388989"/>
          <a:ext cx="330356" cy="3303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395B73-0272-4A25-AC71-22F87A42CFAA}">
      <dsp:nvSpPr>
        <dsp:cNvPr id="0" name=""/>
        <dsp:cNvSpPr/>
      </dsp:nvSpPr>
      <dsp:spPr>
        <a:xfrm>
          <a:off x="693749" y="2253843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Competitive Advantage:   Anticipate Trends, Identify Opportunities</a:t>
          </a:r>
        </a:p>
      </dsp:txBody>
      <dsp:txXfrm>
        <a:off x="693749" y="2253843"/>
        <a:ext cx="9821850" cy="600648"/>
      </dsp:txXfrm>
    </dsp:sp>
    <dsp:sp modelId="{030D44C6-0B5C-44B3-BB79-1CAA70389C9E}">
      <dsp:nvSpPr>
        <dsp:cNvPr id="0" name=""/>
        <dsp:cNvSpPr/>
      </dsp:nvSpPr>
      <dsp:spPr>
        <a:xfrm>
          <a:off x="0" y="3004654"/>
          <a:ext cx="10515600" cy="60064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346087-18E9-41A0-A889-01B27E453C6B}">
      <dsp:nvSpPr>
        <dsp:cNvPr id="0" name=""/>
        <dsp:cNvSpPr/>
      </dsp:nvSpPr>
      <dsp:spPr>
        <a:xfrm>
          <a:off x="181696" y="3139800"/>
          <a:ext cx="330356" cy="3303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0CA3D-EB8F-4082-B706-133A69700FBE}">
      <dsp:nvSpPr>
        <dsp:cNvPr id="0" name=""/>
        <dsp:cNvSpPr/>
      </dsp:nvSpPr>
      <dsp:spPr>
        <a:xfrm>
          <a:off x="693749" y="3004654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Risk Management:   Identify &amp; Mitigate Risks</a:t>
          </a:r>
        </a:p>
      </dsp:txBody>
      <dsp:txXfrm>
        <a:off x="693749" y="3004654"/>
        <a:ext cx="9821850" cy="600648"/>
      </dsp:txXfrm>
    </dsp:sp>
    <dsp:sp modelId="{3F49B12D-243F-4B9E-80AC-132D97FFA825}">
      <dsp:nvSpPr>
        <dsp:cNvPr id="0" name=""/>
        <dsp:cNvSpPr/>
      </dsp:nvSpPr>
      <dsp:spPr>
        <a:xfrm>
          <a:off x="0" y="3755465"/>
          <a:ext cx="105156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946B7-ED26-4B5C-A4E3-2DFD94BD9B37}">
      <dsp:nvSpPr>
        <dsp:cNvPr id="0" name=""/>
        <dsp:cNvSpPr/>
      </dsp:nvSpPr>
      <dsp:spPr>
        <a:xfrm>
          <a:off x="181696" y="3890611"/>
          <a:ext cx="330356" cy="33035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052E17-874B-497D-9389-53F256D31092}">
      <dsp:nvSpPr>
        <dsp:cNvPr id="0" name=""/>
        <dsp:cNvSpPr/>
      </dsp:nvSpPr>
      <dsp:spPr>
        <a:xfrm>
          <a:off x="693749" y="3755465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Innovation:   New Products, Service Improvements</a:t>
          </a:r>
        </a:p>
      </dsp:txBody>
      <dsp:txXfrm>
        <a:off x="693749" y="3755465"/>
        <a:ext cx="9821850" cy="600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93B9D9-1FC4-46E6-9628-15F61F3C50FA}">
      <dsp:nvSpPr>
        <dsp:cNvPr id="0" name=""/>
        <dsp:cNvSpPr/>
      </dsp:nvSpPr>
      <dsp:spPr>
        <a:xfrm>
          <a:off x="1927186" y="1084422"/>
          <a:ext cx="411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891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22070" y="1127930"/>
        <a:ext cx="22124" cy="4424"/>
      </dsp:txXfrm>
    </dsp:sp>
    <dsp:sp modelId="{BA9FC5EE-AA5B-436A-8F12-8CA2E2134013}">
      <dsp:nvSpPr>
        <dsp:cNvPr id="0" name=""/>
        <dsp:cNvSpPr/>
      </dsp:nvSpPr>
      <dsp:spPr>
        <a:xfrm>
          <a:off x="5110" y="552979"/>
          <a:ext cx="1923876" cy="11543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 Define the Business Problem</a:t>
          </a:r>
        </a:p>
      </dsp:txBody>
      <dsp:txXfrm>
        <a:off x="5110" y="552979"/>
        <a:ext cx="1923876" cy="1154325"/>
      </dsp:txXfrm>
    </dsp:sp>
    <dsp:sp modelId="{0D6DF611-D65A-4DBC-9B3D-2B5DF98CF729}">
      <dsp:nvSpPr>
        <dsp:cNvPr id="0" name=""/>
        <dsp:cNvSpPr/>
      </dsp:nvSpPr>
      <dsp:spPr>
        <a:xfrm>
          <a:off x="4293554" y="1084422"/>
          <a:ext cx="411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89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88438" y="1127930"/>
        <a:ext cx="22124" cy="4424"/>
      </dsp:txXfrm>
    </dsp:sp>
    <dsp:sp modelId="{6F9DDADB-C438-4EB6-8761-DD2A5620C2DA}">
      <dsp:nvSpPr>
        <dsp:cNvPr id="0" name=""/>
        <dsp:cNvSpPr/>
      </dsp:nvSpPr>
      <dsp:spPr>
        <a:xfrm>
          <a:off x="2371478" y="552979"/>
          <a:ext cx="1923876" cy="115432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2.  Data Collection</a:t>
          </a:r>
        </a:p>
      </dsp:txBody>
      <dsp:txXfrm>
        <a:off x="2371478" y="552979"/>
        <a:ext cx="1923876" cy="1154325"/>
      </dsp:txXfrm>
    </dsp:sp>
    <dsp:sp modelId="{C1105FC6-1FE5-4122-9F15-E7840DE197A8}">
      <dsp:nvSpPr>
        <dsp:cNvPr id="0" name=""/>
        <dsp:cNvSpPr/>
      </dsp:nvSpPr>
      <dsp:spPr>
        <a:xfrm>
          <a:off x="967048" y="1705505"/>
          <a:ext cx="4732735" cy="411891"/>
        </a:xfrm>
        <a:custGeom>
          <a:avLst/>
          <a:gdLst/>
          <a:ahLst/>
          <a:cxnLst/>
          <a:rect l="0" t="0" r="0" b="0"/>
          <a:pathLst>
            <a:path>
              <a:moveTo>
                <a:pt x="4732735" y="0"/>
              </a:moveTo>
              <a:lnTo>
                <a:pt x="4732735" y="223045"/>
              </a:lnTo>
              <a:lnTo>
                <a:pt x="0" y="223045"/>
              </a:lnTo>
              <a:lnTo>
                <a:pt x="0" y="41189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4582" y="1909238"/>
        <a:ext cx="237668" cy="4424"/>
      </dsp:txXfrm>
    </dsp:sp>
    <dsp:sp modelId="{C4445CE1-4F80-4174-8252-F800D1A987E5}">
      <dsp:nvSpPr>
        <dsp:cNvPr id="0" name=""/>
        <dsp:cNvSpPr/>
      </dsp:nvSpPr>
      <dsp:spPr>
        <a:xfrm>
          <a:off x="4737846" y="552979"/>
          <a:ext cx="1923876" cy="115432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3.  Data Cleaning and Preparation</a:t>
          </a:r>
        </a:p>
      </dsp:txBody>
      <dsp:txXfrm>
        <a:off x="4737846" y="552979"/>
        <a:ext cx="1923876" cy="1154325"/>
      </dsp:txXfrm>
    </dsp:sp>
    <dsp:sp modelId="{951CD684-A6B3-4E5B-9DCF-ED2690B80627}">
      <dsp:nvSpPr>
        <dsp:cNvPr id="0" name=""/>
        <dsp:cNvSpPr/>
      </dsp:nvSpPr>
      <dsp:spPr>
        <a:xfrm>
          <a:off x="1927186" y="2681239"/>
          <a:ext cx="411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891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22070" y="2724747"/>
        <a:ext cx="22124" cy="4424"/>
      </dsp:txXfrm>
    </dsp:sp>
    <dsp:sp modelId="{9186915B-5764-40D9-9133-346C596A811A}">
      <dsp:nvSpPr>
        <dsp:cNvPr id="0" name=""/>
        <dsp:cNvSpPr/>
      </dsp:nvSpPr>
      <dsp:spPr>
        <a:xfrm>
          <a:off x="5110" y="2149797"/>
          <a:ext cx="1923876" cy="115432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4.  Data Analysis</a:t>
          </a:r>
        </a:p>
      </dsp:txBody>
      <dsp:txXfrm>
        <a:off x="5110" y="2149797"/>
        <a:ext cx="1923876" cy="1154325"/>
      </dsp:txXfrm>
    </dsp:sp>
    <dsp:sp modelId="{458CF8A0-2BB8-4B7E-A785-35D565585D36}">
      <dsp:nvSpPr>
        <dsp:cNvPr id="0" name=""/>
        <dsp:cNvSpPr/>
      </dsp:nvSpPr>
      <dsp:spPr>
        <a:xfrm>
          <a:off x="4293554" y="2681239"/>
          <a:ext cx="411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891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88438" y="2724747"/>
        <a:ext cx="22124" cy="4424"/>
      </dsp:txXfrm>
    </dsp:sp>
    <dsp:sp modelId="{38D94D57-4A5C-42A0-9B9F-CE80E8F192D9}">
      <dsp:nvSpPr>
        <dsp:cNvPr id="0" name=""/>
        <dsp:cNvSpPr/>
      </dsp:nvSpPr>
      <dsp:spPr>
        <a:xfrm>
          <a:off x="2371478" y="2149797"/>
          <a:ext cx="1923876" cy="115432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5.    Data Visualization (Highlighted)  </a:t>
          </a:r>
        </a:p>
      </dsp:txBody>
      <dsp:txXfrm>
        <a:off x="2371478" y="2149797"/>
        <a:ext cx="1923876" cy="1154325"/>
      </dsp:txXfrm>
    </dsp:sp>
    <dsp:sp modelId="{12BB3027-5822-47B3-A51C-315437977FDA}">
      <dsp:nvSpPr>
        <dsp:cNvPr id="0" name=""/>
        <dsp:cNvSpPr/>
      </dsp:nvSpPr>
      <dsp:spPr>
        <a:xfrm>
          <a:off x="967048" y="3302322"/>
          <a:ext cx="4732735" cy="411891"/>
        </a:xfrm>
        <a:custGeom>
          <a:avLst/>
          <a:gdLst/>
          <a:ahLst/>
          <a:cxnLst/>
          <a:rect l="0" t="0" r="0" b="0"/>
          <a:pathLst>
            <a:path>
              <a:moveTo>
                <a:pt x="4732735" y="0"/>
              </a:moveTo>
              <a:lnTo>
                <a:pt x="4732735" y="223045"/>
              </a:lnTo>
              <a:lnTo>
                <a:pt x="0" y="223045"/>
              </a:lnTo>
              <a:lnTo>
                <a:pt x="0" y="41189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4582" y="3506056"/>
        <a:ext cx="237668" cy="4424"/>
      </dsp:txXfrm>
    </dsp:sp>
    <dsp:sp modelId="{D5393774-7F1A-4E44-BED6-F7C02F20BCEA}">
      <dsp:nvSpPr>
        <dsp:cNvPr id="0" name=""/>
        <dsp:cNvSpPr/>
      </dsp:nvSpPr>
      <dsp:spPr>
        <a:xfrm>
          <a:off x="4737846" y="2149797"/>
          <a:ext cx="1923876" cy="11543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6.  Communication and Interpretation</a:t>
          </a:r>
        </a:p>
      </dsp:txBody>
      <dsp:txXfrm>
        <a:off x="4737846" y="2149797"/>
        <a:ext cx="1923876" cy="1154325"/>
      </dsp:txXfrm>
    </dsp:sp>
    <dsp:sp modelId="{68A84837-46F9-4DBE-905F-7B50BA7CA315}">
      <dsp:nvSpPr>
        <dsp:cNvPr id="0" name=""/>
        <dsp:cNvSpPr/>
      </dsp:nvSpPr>
      <dsp:spPr>
        <a:xfrm>
          <a:off x="5110" y="3746614"/>
          <a:ext cx="1923876" cy="115432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7.  Implementation and Monitoring</a:t>
          </a:r>
        </a:p>
      </dsp:txBody>
      <dsp:txXfrm>
        <a:off x="5110" y="3746614"/>
        <a:ext cx="1923876" cy="11543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9D311-6D8C-4819-B721-97A4DAFD1D81}">
      <dsp:nvSpPr>
        <dsp:cNvPr id="0" name=""/>
        <dsp:cNvSpPr/>
      </dsp:nvSpPr>
      <dsp:spPr>
        <a:xfrm>
          <a:off x="380489" y="0"/>
          <a:ext cx="5530735" cy="5530735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F07676-3AEB-4724-9B2E-EFB8177B620D}">
      <dsp:nvSpPr>
        <dsp:cNvPr id="0" name=""/>
        <dsp:cNvSpPr/>
      </dsp:nvSpPr>
      <dsp:spPr>
        <a:xfrm>
          <a:off x="905909" y="525419"/>
          <a:ext cx="2156986" cy="21569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Graphical Representation of Data &amp; Information</a:t>
          </a:r>
        </a:p>
      </dsp:txBody>
      <dsp:txXfrm>
        <a:off x="1011204" y="630714"/>
        <a:ext cx="1946396" cy="1946396"/>
      </dsp:txXfrm>
    </dsp:sp>
    <dsp:sp modelId="{445312BC-6A5C-4B26-8055-70419294A3ED}">
      <dsp:nvSpPr>
        <dsp:cNvPr id="0" name=""/>
        <dsp:cNvSpPr/>
      </dsp:nvSpPr>
      <dsp:spPr>
        <a:xfrm>
          <a:off x="3228818" y="525419"/>
          <a:ext cx="2156986" cy="2156986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Uses Charts, Graphs, Maps, etc.</a:t>
          </a:r>
        </a:p>
      </dsp:txBody>
      <dsp:txXfrm>
        <a:off x="3334113" y="630714"/>
        <a:ext cx="1946396" cy="1946396"/>
      </dsp:txXfrm>
    </dsp:sp>
    <dsp:sp modelId="{5B5E55FF-207A-4A5A-AEEF-8C1340A2A1F0}">
      <dsp:nvSpPr>
        <dsp:cNvPr id="0" name=""/>
        <dsp:cNvSpPr/>
      </dsp:nvSpPr>
      <dsp:spPr>
        <a:xfrm>
          <a:off x="905909" y="2848328"/>
          <a:ext cx="2156986" cy="2156986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Makes Complex Information Easier to Understand</a:t>
          </a:r>
        </a:p>
      </dsp:txBody>
      <dsp:txXfrm>
        <a:off x="1011204" y="2953623"/>
        <a:ext cx="1946396" cy="1946396"/>
      </dsp:txXfrm>
    </dsp:sp>
    <dsp:sp modelId="{DE31532E-46F8-4C80-BC16-3E19B1D9CB99}">
      <dsp:nvSpPr>
        <dsp:cNvPr id="0" name=""/>
        <dsp:cNvSpPr/>
      </dsp:nvSpPr>
      <dsp:spPr>
        <a:xfrm>
          <a:off x="3228818" y="2848328"/>
          <a:ext cx="2156986" cy="2156986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Bridges the Gap Between Data &amp; Human Understanding</a:t>
          </a:r>
        </a:p>
      </dsp:txBody>
      <dsp:txXfrm>
        <a:off x="3334113" y="2953623"/>
        <a:ext cx="1946396" cy="19463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6686B-9205-4C76-AA3D-22300B2410AD}">
      <dsp:nvSpPr>
        <dsp:cNvPr id="0" name=""/>
        <dsp:cNvSpPr/>
      </dsp:nvSpPr>
      <dsp:spPr>
        <a:xfrm>
          <a:off x="0" y="98813"/>
          <a:ext cx="6291714" cy="83845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Human Perception:   Fast Visual Processing</a:t>
          </a:r>
        </a:p>
      </dsp:txBody>
      <dsp:txXfrm>
        <a:off x="40930" y="139743"/>
        <a:ext cx="6209854" cy="756591"/>
      </dsp:txXfrm>
    </dsp:sp>
    <dsp:sp modelId="{D605C56B-09A5-420B-935E-2883450E26C7}">
      <dsp:nvSpPr>
        <dsp:cNvPr id="0" name=""/>
        <dsp:cNvSpPr/>
      </dsp:nvSpPr>
      <dsp:spPr>
        <a:xfrm>
          <a:off x="0" y="997744"/>
          <a:ext cx="6291714" cy="838451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Pattern Recognition:   Identify Trends, Outliers, Relationships</a:t>
          </a:r>
        </a:p>
      </dsp:txBody>
      <dsp:txXfrm>
        <a:off x="40930" y="1038674"/>
        <a:ext cx="6209854" cy="756591"/>
      </dsp:txXfrm>
    </dsp:sp>
    <dsp:sp modelId="{479DC344-BB77-4B33-8973-DB149AD075FE}">
      <dsp:nvSpPr>
        <dsp:cNvPr id="0" name=""/>
        <dsp:cNvSpPr/>
      </dsp:nvSpPr>
      <dsp:spPr>
        <a:xfrm>
          <a:off x="0" y="1896676"/>
          <a:ext cx="6291714" cy="838451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Storytelling:   Weave Narratives</a:t>
          </a:r>
        </a:p>
      </dsp:txBody>
      <dsp:txXfrm>
        <a:off x="40930" y="1937606"/>
        <a:ext cx="6209854" cy="756591"/>
      </dsp:txXfrm>
    </dsp:sp>
    <dsp:sp modelId="{E43D3884-F52C-4282-90C0-E00FF44EA5A5}">
      <dsp:nvSpPr>
        <dsp:cNvPr id="0" name=""/>
        <dsp:cNvSpPr/>
      </dsp:nvSpPr>
      <dsp:spPr>
        <a:xfrm>
          <a:off x="0" y="2795607"/>
          <a:ext cx="6291714" cy="838451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Improved Communication:   Transcends Barriers</a:t>
          </a:r>
        </a:p>
      </dsp:txBody>
      <dsp:txXfrm>
        <a:off x="40930" y="2836537"/>
        <a:ext cx="6209854" cy="756591"/>
      </dsp:txXfrm>
    </dsp:sp>
    <dsp:sp modelId="{2D3CE96A-33AF-443D-9346-26D0DED5AD96}">
      <dsp:nvSpPr>
        <dsp:cNvPr id="0" name=""/>
        <dsp:cNvSpPr/>
      </dsp:nvSpPr>
      <dsp:spPr>
        <a:xfrm>
          <a:off x="0" y="3694538"/>
          <a:ext cx="6291714" cy="838451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Faster Decision-Making:   Clear Overview of the Data</a:t>
          </a:r>
        </a:p>
      </dsp:txBody>
      <dsp:txXfrm>
        <a:off x="40930" y="3735468"/>
        <a:ext cx="6209854" cy="756591"/>
      </dsp:txXfrm>
    </dsp:sp>
    <dsp:sp modelId="{E5F81211-B515-42BD-AF11-6CAD723050A3}">
      <dsp:nvSpPr>
        <dsp:cNvPr id="0" name=""/>
        <dsp:cNvSpPr/>
      </dsp:nvSpPr>
      <dsp:spPr>
        <a:xfrm>
          <a:off x="0" y="4593470"/>
          <a:ext cx="6291714" cy="838451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Exploration &amp; Discovery:   Interactive Experience</a:t>
          </a:r>
        </a:p>
      </dsp:txBody>
      <dsp:txXfrm>
        <a:off x="40930" y="4634400"/>
        <a:ext cx="6209854" cy="7565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8F2C4E-F698-4931-89E6-523B7D4183D1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D5F1F6-7F20-4FF0-9E01-17B6D93420BD}">
      <dsp:nvSpPr>
        <dsp:cNvPr id="0" name=""/>
        <dsp:cNvSpPr/>
      </dsp:nvSpPr>
      <dsp:spPr>
        <a:xfrm>
          <a:off x="0" y="675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Know Your Audience</a:t>
          </a:r>
        </a:p>
      </dsp:txBody>
      <dsp:txXfrm>
        <a:off x="0" y="675"/>
        <a:ext cx="6291714" cy="614376"/>
      </dsp:txXfrm>
    </dsp:sp>
    <dsp:sp modelId="{96A4B0F3-0415-487E-8DC9-4662BF16D9F9}">
      <dsp:nvSpPr>
        <dsp:cNvPr id="0" name=""/>
        <dsp:cNvSpPr/>
      </dsp:nvSpPr>
      <dsp:spPr>
        <a:xfrm>
          <a:off x="0" y="615051"/>
          <a:ext cx="629171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D9EF7-8605-4783-8F26-617E1FA3EF79}">
      <dsp:nvSpPr>
        <dsp:cNvPr id="0" name=""/>
        <dsp:cNvSpPr/>
      </dsp:nvSpPr>
      <dsp:spPr>
        <a:xfrm>
          <a:off x="0" y="615051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Choose the Right Chart Type</a:t>
          </a:r>
        </a:p>
      </dsp:txBody>
      <dsp:txXfrm>
        <a:off x="0" y="615051"/>
        <a:ext cx="6291714" cy="614376"/>
      </dsp:txXfrm>
    </dsp:sp>
    <dsp:sp modelId="{A25395F6-C5D6-4E48-A328-70B9DFA0C763}">
      <dsp:nvSpPr>
        <dsp:cNvPr id="0" name=""/>
        <dsp:cNvSpPr/>
      </dsp:nvSpPr>
      <dsp:spPr>
        <a:xfrm>
          <a:off x="0" y="1229427"/>
          <a:ext cx="629171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6D609-61A5-4D4D-A080-0B201570BACB}">
      <dsp:nvSpPr>
        <dsp:cNvPr id="0" name=""/>
        <dsp:cNvSpPr/>
      </dsp:nvSpPr>
      <dsp:spPr>
        <a:xfrm>
          <a:off x="0" y="1229427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Keep it Simple &amp; Clean</a:t>
          </a:r>
        </a:p>
      </dsp:txBody>
      <dsp:txXfrm>
        <a:off x="0" y="1229427"/>
        <a:ext cx="6291714" cy="614376"/>
      </dsp:txXfrm>
    </dsp:sp>
    <dsp:sp modelId="{41C636F3-49AC-473E-8596-48F38640466A}">
      <dsp:nvSpPr>
        <dsp:cNvPr id="0" name=""/>
        <dsp:cNvSpPr/>
      </dsp:nvSpPr>
      <dsp:spPr>
        <a:xfrm>
          <a:off x="0" y="1843803"/>
          <a:ext cx="629171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CD037-1515-4F71-9AD2-EAE146815B23}">
      <dsp:nvSpPr>
        <dsp:cNvPr id="0" name=""/>
        <dsp:cNvSpPr/>
      </dsp:nvSpPr>
      <dsp:spPr>
        <a:xfrm>
          <a:off x="0" y="1843803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Use Color Purposefully</a:t>
          </a:r>
        </a:p>
      </dsp:txBody>
      <dsp:txXfrm>
        <a:off x="0" y="1843803"/>
        <a:ext cx="6291714" cy="614376"/>
      </dsp:txXfrm>
    </dsp:sp>
    <dsp:sp modelId="{1F0A8C15-5AE2-4563-9527-AF2B773CEEDF}">
      <dsp:nvSpPr>
        <dsp:cNvPr id="0" name=""/>
        <dsp:cNvSpPr/>
      </dsp:nvSpPr>
      <dsp:spPr>
        <a:xfrm>
          <a:off x="0" y="2458179"/>
          <a:ext cx="629171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C4429-76E2-4C7E-9819-C498DCE30DF3}">
      <dsp:nvSpPr>
        <dsp:cNvPr id="0" name=""/>
        <dsp:cNvSpPr/>
      </dsp:nvSpPr>
      <dsp:spPr>
        <a:xfrm>
          <a:off x="0" y="2458179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Highlight Key Insights</a:t>
          </a:r>
        </a:p>
      </dsp:txBody>
      <dsp:txXfrm>
        <a:off x="0" y="2458179"/>
        <a:ext cx="6291714" cy="614376"/>
      </dsp:txXfrm>
    </dsp:sp>
    <dsp:sp modelId="{FB7C4528-EC99-418B-8633-05A29E57D074}">
      <dsp:nvSpPr>
        <dsp:cNvPr id="0" name=""/>
        <dsp:cNvSpPr/>
      </dsp:nvSpPr>
      <dsp:spPr>
        <a:xfrm>
          <a:off x="0" y="307255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75365-83F2-4950-A87A-5EF066981F15}">
      <dsp:nvSpPr>
        <dsp:cNvPr id="0" name=""/>
        <dsp:cNvSpPr/>
      </dsp:nvSpPr>
      <dsp:spPr>
        <a:xfrm>
          <a:off x="0" y="3072555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Use Appropriate Scales</a:t>
          </a:r>
        </a:p>
      </dsp:txBody>
      <dsp:txXfrm>
        <a:off x="0" y="3072555"/>
        <a:ext cx="6291714" cy="614376"/>
      </dsp:txXfrm>
    </dsp:sp>
    <dsp:sp modelId="{B465786C-55B0-4E63-9707-0D485F3B54A3}">
      <dsp:nvSpPr>
        <dsp:cNvPr id="0" name=""/>
        <dsp:cNvSpPr/>
      </dsp:nvSpPr>
      <dsp:spPr>
        <a:xfrm>
          <a:off x="0" y="3686931"/>
          <a:ext cx="629171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B7AB3-4E0E-4A83-AE83-B75BFEB78A8F}">
      <dsp:nvSpPr>
        <dsp:cNvPr id="0" name=""/>
        <dsp:cNvSpPr/>
      </dsp:nvSpPr>
      <dsp:spPr>
        <a:xfrm>
          <a:off x="0" y="3686931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Provide Context</a:t>
          </a:r>
        </a:p>
      </dsp:txBody>
      <dsp:txXfrm>
        <a:off x="0" y="3686931"/>
        <a:ext cx="6291714" cy="614376"/>
      </dsp:txXfrm>
    </dsp:sp>
    <dsp:sp modelId="{A8F2B879-9831-4D0F-896E-3D834C3D473E}">
      <dsp:nvSpPr>
        <dsp:cNvPr id="0" name=""/>
        <dsp:cNvSpPr/>
      </dsp:nvSpPr>
      <dsp:spPr>
        <a:xfrm>
          <a:off x="0" y="4301307"/>
          <a:ext cx="629171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8C0C5-4DCB-44B9-BACD-4C127C1F0581}">
      <dsp:nvSpPr>
        <dsp:cNvPr id="0" name=""/>
        <dsp:cNvSpPr/>
      </dsp:nvSpPr>
      <dsp:spPr>
        <a:xfrm>
          <a:off x="0" y="4301307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Consider Interactivity</a:t>
          </a:r>
        </a:p>
      </dsp:txBody>
      <dsp:txXfrm>
        <a:off x="0" y="4301307"/>
        <a:ext cx="6291714" cy="614376"/>
      </dsp:txXfrm>
    </dsp:sp>
    <dsp:sp modelId="{EE0A95E4-C499-4D36-874B-F68863112C68}">
      <dsp:nvSpPr>
        <dsp:cNvPr id="0" name=""/>
        <dsp:cNvSpPr/>
      </dsp:nvSpPr>
      <dsp:spPr>
        <a:xfrm>
          <a:off x="0" y="4915683"/>
          <a:ext cx="629171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A6E48C-E39C-45B7-8EB4-1D88DE9893A0}">
      <dsp:nvSpPr>
        <dsp:cNvPr id="0" name=""/>
        <dsp:cNvSpPr/>
      </dsp:nvSpPr>
      <dsp:spPr>
        <a:xfrm>
          <a:off x="0" y="4915683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Test and Iterate</a:t>
          </a:r>
        </a:p>
      </dsp:txBody>
      <dsp:txXfrm>
        <a:off x="0" y="4915683"/>
        <a:ext cx="6291714" cy="61437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768C9-5C55-4C8C-8924-202D443C03A9}">
      <dsp:nvSpPr>
        <dsp:cNvPr id="0" name=""/>
        <dsp:cNvSpPr/>
      </dsp:nvSpPr>
      <dsp:spPr>
        <a:xfrm>
          <a:off x="0" y="29907"/>
          <a:ext cx="6291714" cy="1034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Example 1: Bar Chart:   Use when comparing values between categories.</a:t>
          </a:r>
        </a:p>
      </dsp:txBody>
      <dsp:txXfrm>
        <a:off x="50489" y="80396"/>
        <a:ext cx="6190736" cy="933302"/>
      </dsp:txXfrm>
    </dsp:sp>
    <dsp:sp modelId="{1BB53A28-8113-4365-B612-F17225426C0D}">
      <dsp:nvSpPr>
        <dsp:cNvPr id="0" name=""/>
        <dsp:cNvSpPr/>
      </dsp:nvSpPr>
      <dsp:spPr>
        <a:xfrm>
          <a:off x="0" y="1139067"/>
          <a:ext cx="6291714" cy="103428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Example 2: Line Chart:   Use when displaying trends over time.</a:t>
          </a:r>
        </a:p>
      </dsp:txBody>
      <dsp:txXfrm>
        <a:off x="50489" y="1189556"/>
        <a:ext cx="6190736" cy="933302"/>
      </dsp:txXfrm>
    </dsp:sp>
    <dsp:sp modelId="{C9FF4326-99C1-4196-BE03-04BDC688F1FB}">
      <dsp:nvSpPr>
        <dsp:cNvPr id="0" name=""/>
        <dsp:cNvSpPr/>
      </dsp:nvSpPr>
      <dsp:spPr>
        <a:xfrm>
          <a:off x="0" y="2248227"/>
          <a:ext cx="6291714" cy="10342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Example 3: Pie Chart:   Use to display proportions.</a:t>
          </a:r>
        </a:p>
      </dsp:txBody>
      <dsp:txXfrm>
        <a:off x="50489" y="2298716"/>
        <a:ext cx="6190736" cy="933302"/>
      </dsp:txXfrm>
    </dsp:sp>
    <dsp:sp modelId="{9EB5591E-48B2-4BB5-9D89-C4373B769547}">
      <dsp:nvSpPr>
        <dsp:cNvPr id="0" name=""/>
        <dsp:cNvSpPr/>
      </dsp:nvSpPr>
      <dsp:spPr>
        <a:xfrm>
          <a:off x="0" y="3357387"/>
          <a:ext cx="6291714" cy="103428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Example 4: Scatter Plot:   Use to show the relationship between 2 variables.</a:t>
          </a:r>
        </a:p>
      </dsp:txBody>
      <dsp:txXfrm>
        <a:off x="50489" y="3407876"/>
        <a:ext cx="6190736" cy="933302"/>
      </dsp:txXfrm>
    </dsp:sp>
    <dsp:sp modelId="{97AFEB69-3CE9-4C50-B193-C6C19596C6BE}">
      <dsp:nvSpPr>
        <dsp:cNvPr id="0" name=""/>
        <dsp:cNvSpPr/>
      </dsp:nvSpPr>
      <dsp:spPr>
        <a:xfrm>
          <a:off x="0" y="4466547"/>
          <a:ext cx="6291714" cy="10342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Example 5: Heatmap:   Used to represent data by color intensity.</a:t>
          </a:r>
        </a:p>
      </dsp:txBody>
      <dsp:txXfrm>
        <a:off x="50489" y="4517036"/>
        <a:ext cx="6190736" cy="9333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47869-1378-4D4B-AB10-0C5CB427D3E3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499C19-2F07-4C03-8986-DBEEABF1AC6A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49BAC-8A09-4908-B724-E98331E38C71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Spreadsheet Software</a:t>
          </a:r>
        </a:p>
      </dsp:txBody>
      <dsp:txXfrm>
        <a:off x="100682" y="2684598"/>
        <a:ext cx="2370489" cy="720000"/>
      </dsp:txXfrm>
    </dsp:sp>
    <dsp:sp modelId="{619F474B-EF2A-495D-BE8D-17A6F95925D8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FC087-EC33-4EE9-8D41-A0D18F2CADD9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1AD83-9197-4E44-891F-CB464320B15B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Data Visualization Software</a:t>
          </a:r>
        </a:p>
      </dsp:txBody>
      <dsp:txXfrm>
        <a:off x="2886007" y="2684598"/>
        <a:ext cx="2370489" cy="720000"/>
      </dsp:txXfrm>
    </dsp:sp>
    <dsp:sp modelId="{8977630F-3D03-4C29-84EF-5B1FE6357843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911D70-0F02-433F-BA79-F4184354F0D8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138097-7F44-433C-9065-9D1187097659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Statistical Programming Languages</a:t>
          </a:r>
        </a:p>
      </dsp:txBody>
      <dsp:txXfrm>
        <a:off x="5671332" y="2684598"/>
        <a:ext cx="2370489" cy="720000"/>
      </dsp:txXfrm>
    </dsp:sp>
    <dsp:sp modelId="{480C5034-5CF5-4EB7-BD99-6A2B9A9B7F7A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A618CA-978F-4ADF-B985-4584FE33FBB2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4EB67-9C23-4B0E-B46E-642ED649C80B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Specialized Visualization Tools</a:t>
          </a:r>
        </a:p>
      </dsp:txBody>
      <dsp:txXfrm>
        <a:off x="8456657" y="2684598"/>
        <a:ext cx="2370489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79209-AFFF-4E74-8DBD-5A999340DB88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E0A97F-19F3-435D-83E7-2C6981839657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3CD146-4E1B-4C79-92EA-A15BA6B74871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GIS Software:   (ArcGIS, QGIS): Geospatial Data (Icon: Map)</a:t>
          </a:r>
        </a:p>
      </dsp:txBody>
      <dsp:txXfrm>
        <a:off x="93445" y="3018902"/>
        <a:ext cx="3206250" cy="720000"/>
      </dsp:txXfrm>
    </dsp:sp>
    <dsp:sp modelId="{A07530C9-C38E-49D7-9029-337DA2D0430D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2981C-4D5C-4741-82DA-14DCD2449EA5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36B15-575A-4290-ABB1-53989A7DA70C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Network Visualization:   (Gephi, NodeXL): Relationships (Icon: Network/Nodes)</a:t>
          </a:r>
        </a:p>
      </dsp:txBody>
      <dsp:txXfrm>
        <a:off x="3860789" y="3018902"/>
        <a:ext cx="3206250" cy="720000"/>
      </dsp:txXfrm>
    </dsp:sp>
    <dsp:sp modelId="{E307D0B1-7BE0-4C25-812C-BAF7BEEC5063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11ECC-6AF6-4EEA-A5F3-F8BA9B4C97D6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E90F8A-AAB5-4EE9-9125-D325615A3CF8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Infographics Tools:   (Canva, Piktochart): Engaging Infographics (Icon: Infographic Graphic)</a:t>
          </a:r>
        </a:p>
      </dsp:txBody>
      <dsp:txXfrm>
        <a:off x="7628133" y="3018902"/>
        <a:ext cx="320625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614FD-9D81-44E0-9E85-86D92DD2E51E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58DC8F-3AD5-4E68-94F9-9AFD3326A960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404A6-CB25-41F0-A59C-71B770F357C2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Sales &amp; Marketing:   Sales Performance Dashboard, Customer Segmentation (Heatmaps), Campaign Analysis (Line Charts)</a:t>
          </a:r>
        </a:p>
      </dsp:txBody>
      <dsp:txXfrm>
        <a:off x="1948202" y="368029"/>
        <a:ext cx="3233964" cy="1371985"/>
      </dsp:txXfrm>
    </dsp:sp>
    <dsp:sp modelId="{05904DED-262A-4304-A774-B961643D68BB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3864F-C417-47AC-877C-88900609FDE7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89F2F-767C-4894-BBB3-CCB545D1BC3E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Finance:   Financial Dashboards, Risk Assessment (Heatmaps), Budgeting and Forecasting (Line Charts)</a:t>
          </a:r>
        </a:p>
      </dsp:txBody>
      <dsp:txXfrm>
        <a:off x="7411643" y="368029"/>
        <a:ext cx="3233964" cy="1371985"/>
      </dsp:txXfrm>
    </dsp:sp>
    <dsp:sp modelId="{47B1CCFF-15F6-4E4A-B0FE-2DB2D1ADA21A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F714BC-617D-487A-85EE-3822CB682710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17D17-10E0-4696-9CBC-EA9F077CAE47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Operations &amp; Supply Chain:   Inventory Levels, Process Optimization (Flowcharts), Quality Control (Control Charts)</a:t>
          </a:r>
        </a:p>
      </dsp:txBody>
      <dsp:txXfrm>
        <a:off x="1948202" y="2452790"/>
        <a:ext cx="3233964" cy="1371985"/>
      </dsp:txXfrm>
    </dsp:sp>
    <dsp:sp modelId="{414297AD-958A-4AF3-A9E5-328E3F7D4DD9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850DCA-F125-40ED-B947-1DB54245570A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E4B8C-3F68-4234-8FBF-506BB301FBDC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Human Resources:   Employee Turnover, Performance Metrics, Diversity and Inclusion</a:t>
          </a:r>
        </a:p>
      </dsp:txBody>
      <dsp:txXfrm>
        <a:off x="7411643" y="2452790"/>
        <a:ext cx="3233964" cy="137198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AB2550-DE98-46CA-A679-80AD53D0D901}">
      <dsp:nvSpPr>
        <dsp:cNvPr id="0" name=""/>
        <dsp:cNvSpPr/>
      </dsp:nvSpPr>
      <dsp:spPr>
        <a:xfrm>
          <a:off x="1497528" y="337955"/>
          <a:ext cx="4586153" cy="4586153"/>
        </a:xfrm>
        <a:prstGeom prst="pie">
          <a:avLst>
            <a:gd name="adj1" fmla="val 16200000"/>
            <a:gd name="adj2" fmla="val 2052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Focus on Clarity</a:t>
          </a:r>
        </a:p>
      </dsp:txBody>
      <dsp:txXfrm>
        <a:off x="3889971" y="1108866"/>
        <a:ext cx="1474120" cy="982747"/>
      </dsp:txXfrm>
    </dsp:sp>
    <dsp:sp modelId="{3B80A498-EEDF-422E-9917-8CEF747BB1C6}">
      <dsp:nvSpPr>
        <dsp:cNvPr id="0" name=""/>
        <dsp:cNvSpPr/>
      </dsp:nvSpPr>
      <dsp:spPr>
        <a:xfrm>
          <a:off x="1536837" y="460253"/>
          <a:ext cx="4586153" cy="4586153"/>
        </a:xfrm>
        <a:prstGeom prst="pie">
          <a:avLst>
            <a:gd name="adj1" fmla="val 20520000"/>
            <a:gd name="adj2" fmla="val 324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Tell a Story</a:t>
          </a:r>
        </a:p>
      </dsp:txBody>
      <dsp:txXfrm>
        <a:off x="4490538" y="2555688"/>
        <a:ext cx="1364926" cy="1091941"/>
      </dsp:txXfrm>
    </dsp:sp>
    <dsp:sp modelId="{DF87C5CB-E222-4DD7-99C3-BFB57028231C}">
      <dsp:nvSpPr>
        <dsp:cNvPr id="0" name=""/>
        <dsp:cNvSpPr/>
      </dsp:nvSpPr>
      <dsp:spPr>
        <a:xfrm>
          <a:off x="1433103" y="535597"/>
          <a:ext cx="4586153" cy="4586153"/>
        </a:xfrm>
        <a:prstGeom prst="pie">
          <a:avLst>
            <a:gd name="adj1" fmla="val 3240000"/>
            <a:gd name="adj2" fmla="val 756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Consider Aesthetics (But Don't Overdo It)</a:t>
          </a:r>
        </a:p>
      </dsp:txBody>
      <dsp:txXfrm>
        <a:off x="3071015" y="3756823"/>
        <a:ext cx="1310329" cy="1201135"/>
      </dsp:txXfrm>
    </dsp:sp>
    <dsp:sp modelId="{A9343C8C-B36D-483B-9C63-45AEEAF089D4}">
      <dsp:nvSpPr>
        <dsp:cNvPr id="0" name=""/>
        <dsp:cNvSpPr/>
      </dsp:nvSpPr>
      <dsp:spPr>
        <a:xfrm>
          <a:off x="1329369" y="460253"/>
          <a:ext cx="4586153" cy="4586153"/>
        </a:xfrm>
        <a:prstGeom prst="pie">
          <a:avLst>
            <a:gd name="adj1" fmla="val 7560000"/>
            <a:gd name="adj2" fmla="val 1188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Iterate &amp; Refine</a:t>
          </a:r>
        </a:p>
      </dsp:txBody>
      <dsp:txXfrm>
        <a:off x="1596894" y="2555688"/>
        <a:ext cx="1364926" cy="1091941"/>
      </dsp:txXfrm>
    </dsp:sp>
    <dsp:sp modelId="{21C5518D-09EF-4E96-A4C9-972C0225F231}">
      <dsp:nvSpPr>
        <dsp:cNvPr id="0" name=""/>
        <dsp:cNvSpPr/>
      </dsp:nvSpPr>
      <dsp:spPr>
        <a:xfrm>
          <a:off x="1368678" y="337955"/>
          <a:ext cx="4586153" cy="4586153"/>
        </a:xfrm>
        <a:prstGeom prst="pie">
          <a:avLst>
            <a:gd name="adj1" fmla="val 11880000"/>
            <a:gd name="adj2" fmla="val 162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Always Provide Context</a:t>
          </a:r>
        </a:p>
      </dsp:txBody>
      <dsp:txXfrm>
        <a:off x="2088268" y="1108866"/>
        <a:ext cx="1474120" cy="982747"/>
      </dsp:txXfrm>
    </dsp:sp>
    <dsp:sp modelId="{A35BABCB-3D2F-4692-BC4C-66FA40E16F81}">
      <dsp:nvSpPr>
        <dsp:cNvPr id="0" name=""/>
        <dsp:cNvSpPr/>
      </dsp:nvSpPr>
      <dsp:spPr>
        <a:xfrm>
          <a:off x="1213407" y="54051"/>
          <a:ext cx="5153962" cy="5153962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4F16C-60CC-4A35-AC48-C0F59B9D150C}">
      <dsp:nvSpPr>
        <dsp:cNvPr id="0" name=""/>
        <dsp:cNvSpPr/>
      </dsp:nvSpPr>
      <dsp:spPr>
        <a:xfrm>
          <a:off x="1253250" y="176308"/>
          <a:ext cx="5153962" cy="5153962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1679F-56EB-4DAA-A683-51FFC7EF3AAB}">
      <dsp:nvSpPr>
        <dsp:cNvPr id="0" name=""/>
        <dsp:cNvSpPr/>
      </dsp:nvSpPr>
      <dsp:spPr>
        <a:xfrm>
          <a:off x="1149198" y="251882"/>
          <a:ext cx="5153962" cy="5153962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5E893-3B9D-4AD1-8C96-8A0CB892CC4F}">
      <dsp:nvSpPr>
        <dsp:cNvPr id="0" name=""/>
        <dsp:cNvSpPr/>
      </dsp:nvSpPr>
      <dsp:spPr>
        <a:xfrm>
          <a:off x="1045147" y="176308"/>
          <a:ext cx="5153962" cy="5153962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DCE1E-98FB-4ACD-86B3-8BFD48C91C37}">
      <dsp:nvSpPr>
        <dsp:cNvPr id="0" name=""/>
        <dsp:cNvSpPr/>
      </dsp:nvSpPr>
      <dsp:spPr>
        <a:xfrm>
          <a:off x="1084990" y="54051"/>
          <a:ext cx="5153962" cy="5153962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61C221-3BE4-42FD-AD01-26182171DA7F}">
      <dsp:nvSpPr>
        <dsp:cNvPr id="0" name=""/>
        <dsp:cNvSpPr/>
      </dsp:nvSpPr>
      <dsp:spPr>
        <a:xfrm>
          <a:off x="311379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4219C3-730A-4914-B74D-814B386F3020}">
      <dsp:nvSpPr>
        <dsp:cNvPr id="0" name=""/>
        <dsp:cNvSpPr/>
      </dsp:nvSpPr>
      <dsp:spPr>
        <a:xfrm>
          <a:off x="517957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76EEC-9EFA-4545-8972-323222BF325D}">
      <dsp:nvSpPr>
        <dsp:cNvPr id="0" name=""/>
        <dsp:cNvSpPr/>
      </dsp:nvSpPr>
      <dsp:spPr>
        <a:xfrm>
          <a:off x="1512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Key Trends</a:t>
          </a:r>
        </a:p>
      </dsp:txBody>
      <dsp:txXfrm>
        <a:off x="1512" y="2414215"/>
        <a:ext cx="1589062" cy="635625"/>
      </dsp:txXfrm>
    </dsp:sp>
    <dsp:sp modelId="{8A55456B-5F3F-4B7F-85CE-DEC1B80FB1A2}">
      <dsp:nvSpPr>
        <dsp:cNvPr id="0" name=""/>
        <dsp:cNvSpPr/>
      </dsp:nvSpPr>
      <dsp:spPr>
        <a:xfrm>
          <a:off x="2178527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E547BE-E3FE-40F8-A122-F94E058698C4}">
      <dsp:nvSpPr>
        <dsp:cNvPr id="0" name=""/>
        <dsp:cNvSpPr/>
      </dsp:nvSpPr>
      <dsp:spPr>
        <a:xfrm>
          <a:off x="2385105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083E0-55DB-4527-97ED-408808EEE258}">
      <dsp:nvSpPr>
        <dsp:cNvPr id="0" name=""/>
        <dsp:cNvSpPr/>
      </dsp:nvSpPr>
      <dsp:spPr>
        <a:xfrm>
          <a:off x="1868660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AI/ML: Automate Analysis, Generate Insights</a:t>
          </a:r>
        </a:p>
      </dsp:txBody>
      <dsp:txXfrm>
        <a:off x="1868660" y="2414215"/>
        <a:ext cx="1589062" cy="635625"/>
      </dsp:txXfrm>
    </dsp:sp>
    <dsp:sp modelId="{1C090C9A-F12F-46B9-94E4-828774A12E9A}">
      <dsp:nvSpPr>
        <dsp:cNvPr id="0" name=""/>
        <dsp:cNvSpPr/>
      </dsp:nvSpPr>
      <dsp:spPr>
        <a:xfrm>
          <a:off x="4045676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02D0ED-CD71-4356-AD4B-04C04A112507}">
      <dsp:nvSpPr>
        <dsp:cNvPr id="0" name=""/>
        <dsp:cNvSpPr/>
      </dsp:nvSpPr>
      <dsp:spPr>
        <a:xfrm>
          <a:off x="4252254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00C698-CB3D-4E1F-82DF-7BFD3EED919E}">
      <dsp:nvSpPr>
        <dsp:cNvPr id="0" name=""/>
        <dsp:cNvSpPr/>
      </dsp:nvSpPr>
      <dsp:spPr>
        <a:xfrm>
          <a:off x="3735809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Big Data: More Data, Bigger Challenges </a:t>
          </a:r>
        </a:p>
      </dsp:txBody>
      <dsp:txXfrm>
        <a:off x="3735809" y="2414215"/>
        <a:ext cx="1589062" cy="635625"/>
      </dsp:txXfrm>
    </dsp:sp>
    <dsp:sp modelId="{80B5A2DC-7375-431D-8602-DE0C2EF939D6}">
      <dsp:nvSpPr>
        <dsp:cNvPr id="0" name=""/>
        <dsp:cNvSpPr/>
      </dsp:nvSpPr>
      <dsp:spPr>
        <a:xfrm>
          <a:off x="5912824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2FE44E-6A9C-43A5-A367-F0E1F69840A9}">
      <dsp:nvSpPr>
        <dsp:cNvPr id="0" name=""/>
        <dsp:cNvSpPr/>
      </dsp:nvSpPr>
      <dsp:spPr>
        <a:xfrm>
          <a:off x="6119402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02922-9692-45F4-A949-C9457DF4DE6A}">
      <dsp:nvSpPr>
        <dsp:cNvPr id="0" name=""/>
        <dsp:cNvSpPr/>
      </dsp:nvSpPr>
      <dsp:spPr>
        <a:xfrm>
          <a:off x="5602957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Data Literacy: Everyone Needs to Understand Data</a:t>
          </a:r>
        </a:p>
      </dsp:txBody>
      <dsp:txXfrm>
        <a:off x="5602957" y="2414215"/>
        <a:ext cx="1589062" cy="635625"/>
      </dsp:txXfrm>
    </dsp:sp>
    <dsp:sp modelId="{5C92BF5F-57E4-471C-8CC9-627483E5385B}">
      <dsp:nvSpPr>
        <dsp:cNvPr id="0" name=""/>
        <dsp:cNvSpPr/>
      </dsp:nvSpPr>
      <dsp:spPr>
        <a:xfrm>
          <a:off x="7779973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88706B-C24E-4D27-964E-70ED01B9FBE5}">
      <dsp:nvSpPr>
        <dsp:cNvPr id="0" name=""/>
        <dsp:cNvSpPr/>
      </dsp:nvSpPr>
      <dsp:spPr>
        <a:xfrm>
          <a:off x="7986551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0F1D2-F538-4569-9ED3-F6706B0F14C8}">
      <dsp:nvSpPr>
        <dsp:cNvPr id="0" name=""/>
        <dsp:cNvSpPr/>
      </dsp:nvSpPr>
      <dsp:spPr>
        <a:xfrm>
          <a:off x="7470105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Real-time Analytics: Instant Insights are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200" kern="1200" dirty="0"/>
        </a:p>
      </dsp:txBody>
      <dsp:txXfrm>
        <a:off x="7470105" y="2414215"/>
        <a:ext cx="1589062" cy="635625"/>
      </dsp:txXfrm>
    </dsp:sp>
    <dsp:sp modelId="{FCBDF65E-5922-40B4-86C3-89A7E629371E}">
      <dsp:nvSpPr>
        <dsp:cNvPr id="0" name=""/>
        <dsp:cNvSpPr/>
      </dsp:nvSpPr>
      <dsp:spPr>
        <a:xfrm>
          <a:off x="9647121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C77A0-480A-44F2-877E-72C1B91AE4DD}">
      <dsp:nvSpPr>
        <dsp:cNvPr id="0" name=""/>
        <dsp:cNvSpPr/>
      </dsp:nvSpPr>
      <dsp:spPr>
        <a:xfrm>
          <a:off x="9853699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1D810-FCBE-45B7-A9FE-30422B0BFA10}">
      <dsp:nvSpPr>
        <dsp:cNvPr id="0" name=""/>
        <dsp:cNvSpPr/>
      </dsp:nvSpPr>
      <dsp:spPr>
        <a:xfrm>
          <a:off x="9337254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Embedded Analytics: Insights in Business</a:t>
          </a:r>
        </a:p>
      </dsp:txBody>
      <dsp:txXfrm>
        <a:off x="9337254" y="2414215"/>
        <a:ext cx="1589062" cy="63562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A2AAE-A43B-4739-9291-FBCDE56F82D0}">
      <dsp:nvSpPr>
        <dsp:cNvPr id="0" name=""/>
        <dsp:cNvSpPr/>
      </dsp:nvSpPr>
      <dsp:spPr>
        <a:xfrm>
          <a:off x="478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2AEB9-5FF9-41C5-9D46-3CAF33DBCFAA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13A19-D0E7-4620-9806-3B731A3EEDB9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Data Visualization: A Critical Skill</a:t>
          </a:r>
        </a:p>
      </dsp:txBody>
      <dsp:txXfrm>
        <a:off x="127800" y="2535669"/>
        <a:ext cx="1800000" cy="720000"/>
      </dsp:txXfrm>
    </dsp:sp>
    <dsp:sp modelId="{E5B0D6C8-588C-4B97-96DE-A4653279810D}">
      <dsp:nvSpPr>
        <dsp:cNvPr id="0" name=""/>
        <dsp:cNvSpPr/>
      </dsp:nvSpPr>
      <dsp:spPr>
        <a:xfrm>
          <a:off x="2593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90328-0A48-47DC-A975-6CA64E1C19D8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5CB78-2090-4AAC-9033-F4101B53F308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Transforming Data into Actionable Insights</a:t>
          </a:r>
        </a:p>
      </dsp:txBody>
      <dsp:txXfrm>
        <a:off x="2242800" y="2535669"/>
        <a:ext cx="1800000" cy="720000"/>
      </dsp:txXfrm>
    </dsp:sp>
    <dsp:sp modelId="{18F7F032-5CAC-4CF3-AEEF-815BCC82F569}">
      <dsp:nvSpPr>
        <dsp:cNvPr id="0" name=""/>
        <dsp:cNvSpPr/>
      </dsp:nvSpPr>
      <dsp:spPr>
        <a:xfrm>
          <a:off x="4708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B4FC25-3FA6-4F2B-A386-51A06715BA5C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69ECD7-5173-4A28-B4C3-38C4C98EA463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Driving Better Decisions</a:t>
          </a:r>
        </a:p>
      </dsp:txBody>
      <dsp:txXfrm>
        <a:off x="4357800" y="2535669"/>
        <a:ext cx="1800000" cy="720000"/>
      </dsp:txXfrm>
    </dsp:sp>
    <dsp:sp modelId="{899A44FF-E93B-409E-9722-77DA0052CD24}">
      <dsp:nvSpPr>
        <dsp:cNvPr id="0" name=""/>
        <dsp:cNvSpPr/>
      </dsp:nvSpPr>
      <dsp:spPr>
        <a:xfrm>
          <a:off x="6823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0094A-C974-4975-8F14-D25DD4DCC2B1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B3F94D-2BCD-465F-983C-E0DBB1A8E878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Gaining a Competitive Advantage</a:t>
          </a:r>
        </a:p>
      </dsp:txBody>
      <dsp:txXfrm>
        <a:off x="6472800" y="2535669"/>
        <a:ext cx="1800000" cy="720000"/>
      </dsp:txXfrm>
    </dsp:sp>
    <dsp:sp modelId="{074AFCE8-708B-43ED-8A55-6733C0D17918}">
      <dsp:nvSpPr>
        <dsp:cNvPr id="0" name=""/>
        <dsp:cNvSpPr/>
      </dsp:nvSpPr>
      <dsp:spPr>
        <a:xfrm>
          <a:off x="8938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64FA62-E9B3-400B-AB9E-108F3A0A8980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3CA1-614D-407F-842F-F1BB10322DA1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Master Data Visualization and Thrive in the Data Age!</a:t>
          </a:r>
        </a:p>
      </dsp:txBody>
      <dsp:txXfrm>
        <a:off x="8587800" y="2535669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DEFBE-09F8-4C19-BED4-9B83BFD92F8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F2E21-7A79-4192-B32F-BC3173FBD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61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4E8B5-6DDC-0496-380D-1538E8604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56F395-B625-0364-59A2-07EA3563C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EE039-012B-3AAA-C21E-7C8FFFC86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A38D6-DD3F-4DC0-9BE8-3E8CF843F475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87B18-92F5-2F4C-72A5-5B52354C1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EB3F5-AA57-D555-B93D-C56151C9B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A041D-A458-4B29-8F15-3726F5133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9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C241D-F042-B70C-A0CE-34D7DDC1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F6815-DC74-938A-CB2B-09B65CD9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19E85-13C1-53C9-043D-D594AD13D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782A0-B81E-4757-BE5A-BC9CD388027B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7B481-1D75-011F-EEEE-921D6FCA8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B9656-81FD-E5B7-E6F1-EDDE7BF9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A041D-A458-4B29-8F15-3726F5133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4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5DF7-211C-BDC2-F240-1E6EC264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D607-24BC-8F68-B611-00AF02094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C1A8F-FDBE-0F2F-C5AD-E708D63B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C7F95-CE6C-4CCA-93F5-B6747CA22947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91598-BC45-E5CC-0FB8-499492976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420ED-6341-E3C8-3F7E-AA1D65896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A041D-A458-4B29-8F15-3726F5133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4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9D32-C7DB-FFE1-50F5-6E2C02F47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F7FE7-A2D7-4609-9C95-EABABFFA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028F0-9862-DADB-2372-5095FB685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57325-CD4E-E01B-2144-95D0D68D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8513-36CD-4404-94B0-21EC4376DBF4}" type="datetime1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C2254-E89F-D401-D377-3CC645DF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1AA8A-5F07-3C6A-3E21-23B2F1EC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A041D-A458-4B29-8F15-3726F5133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5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43E0-5D43-3A2D-7099-3AFE2208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67D29-BC4A-7C4D-4219-FF975BCA5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047E8-D5FF-8B99-94B3-2640FB264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6660A-0118-EADA-DA02-85F2C3176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B545C-6E56-F158-7F95-E62AF139A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96AE94-8795-52A0-CE12-34A6B9972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0AD3-46EE-4256-A992-7FB788FE7FA3}" type="datetime1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645EDF-F347-8FC5-3210-C9222022F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B9C9B-9B36-EF33-6B2F-411ABF85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A041D-A458-4B29-8F15-3726F5133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37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7C99-3865-E3D4-E4CB-2CAE1BBE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A9B93-B8C8-89FC-CB67-54701A6B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39A3A-CBB6-47C2-AE7E-29EABC2F0093}" type="datetime1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4414D-A86D-D8AB-99F4-DBF46BF5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9CE62-CE4F-1C90-A755-8B20DDC1A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A041D-A458-4B29-8F15-3726F5133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20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E90FBD-66A0-E3A5-6ADC-26F1763C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AC09-4922-4786-8850-D1FF797EAE73}" type="datetime1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A2820-7824-C422-2603-CA2DC25D6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659EB-2400-6765-E151-F30C9AE7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A041D-A458-4B29-8F15-3726F5133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02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7D25-DBB2-1B46-681D-257A18394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29A4D-8165-AE84-C388-B90AD8011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58C6E-FDB7-948C-C23A-A151E00E2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C16F8-91E6-4DA6-EF89-5E60A0E7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08C2-9D2C-4E40-AED9-E300482969A3}" type="datetime1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C60F3-4C43-D52C-5CDA-F5195C054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F7BB3-B009-453F-D84F-2F40681F0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A041D-A458-4B29-8F15-3726F5133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17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AF56-48A6-FD57-E714-BDB16F88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E9A88A-9F19-0008-ECD3-F1D010232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5767E-27B9-D0BD-2A8E-8467096F5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0B83F-8596-058A-628C-F178772F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48A61-8D28-444F-AB92-CB2F92AD22DD}" type="datetime1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E939C-E4E4-26EC-F7E0-BA1D6A3A3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A2760-C368-F0CB-05A7-9AD2D0145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A041D-A458-4B29-8F15-3726F5133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8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F66BC-E70D-D175-4D9C-852B47F46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412466-D47D-E156-8546-BBA3BCFA8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DD288-8313-CDD0-F093-4F292D0C7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A2BFF-6C38-4CF1-A51B-17EAEDFD6578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17143-4E29-DDAE-A89B-5E846CEC3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17365-3994-A09B-A67B-995E6128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A041D-A458-4B29-8F15-3726F5133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671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B2A532-5782-9170-D751-A033096F1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6270C-F4A5-9B7E-AC3D-11B55EEF3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BD94B-9823-9028-54B3-C13341E3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399B-1A8E-4C15-900D-114DC191C6D7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DF344-3E6C-B471-7BF7-A18F59BD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881E3-2C21-2348-9ECB-ECA9CBA5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A041D-A458-4B29-8F15-3726F5133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1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EEB25-8D9C-A89D-B6E6-C1449BFA9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81BFF-FCAD-91D3-CEE9-04DE7E9E0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14088-C625-27D0-7994-79B09476E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7A1F3-F6CF-4C87-968D-B215CAC665F4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E4626-6CBA-E35B-80D8-3EFE0040D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(c) 2025 Vasil Hadji Jordanov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67703-0731-484E-3BC6-39A6CD2ED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A041D-A458-4B29-8F15-3726F5133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4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4C82458E-FAD0-7C38-32EB-479E9F1F2A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32E54A-2C12-8B75-FD02-85942A742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256" y="1122362"/>
            <a:ext cx="9762744" cy="2900518"/>
          </a:xfrm>
        </p:spPr>
        <p:txBody>
          <a:bodyPr>
            <a:normAutofit/>
          </a:bodyPr>
          <a:lstStyle/>
          <a:p>
            <a:pPr marL="0" marR="0">
              <a:spcBef>
                <a:spcPts val="1800"/>
              </a:spcBef>
              <a:spcAft>
                <a:spcPts val="400"/>
              </a:spcAft>
            </a:pPr>
            <a:r>
              <a:rPr lang="en-US" sz="3300" b="1" kern="100" dirty="0">
                <a:solidFill>
                  <a:srgbClr val="FFFFF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Analytics: Unveiling Insights Through Data</a:t>
            </a:r>
            <a:br>
              <a:rPr lang="en-US" sz="3300" b="1" kern="100" dirty="0">
                <a:solidFill>
                  <a:srgbClr val="FFFFF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</a:t>
            </a:r>
            <a:br>
              <a:rPr lang="en-US" sz="3300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3300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Vasil Hadji Jordanov, MBA, MIT</a:t>
            </a:r>
            <a:br>
              <a:rPr lang="en-US" sz="3300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3300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33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1D4E4-5FD3-7666-7843-C11CD7D96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 fontScale="85000" lnSpcReduction="20000"/>
          </a:bodyPr>
          <a:lstStyle/>
          <a:p>
            <a:endParaRPr lang="en-US" sz="1100" kern="100" dirty="0">
              <a:solidFill>
                <a:srgbClr val="FF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100" kern="100" dirty="0">
              <a:solidFill>
                <a:srgbClr val="FFFFFF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100" kern="100" dirty="0">
              <a:solidFill>
                <a:srgbClr val="FF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3200" b="1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Deep Dive with Data Visualization</a:t>
            </a:r>
            <a:endParaRPr lang="en-US" sz="3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050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FFFFC-9CBA-9931-D149-F74A0E39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Age of Data</a:t>
            </a:r>
            <a:endParaRPr lang="en-US" sz="5400"/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35B22-3F5F-8637-849E-376A8856A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marR="0">
              <a:spcAft>
                <a:spcPts val="800"/>
              </a:spcAft>
            </a:pPr>
            <a:r>
              <a:rPr lang="en-US" sz="2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We Live in the "Age of Data"</a:t>
            </a:r>
          </a:p>
          <a:p>
            <a:pPr marL="0" marR="0">
              <a:spcAft>
                <a:spcPts val="800"/>
              </a:spcAft>
            </a:pPr>
            <a:r>
              <a:rPr lang="en-US" sz="2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Exponential Growth of Data (Clicks, Transactions, Interactions)</a:t>
            </a:r>
          </a:p>
          <a:p>
            <a:pPr marL="0" marR="0">
              <a:spcAft>
                <a:spcPts val="800"/>
              </a:spcAft>
            </a:pPr>
            <a:r>
              <a:rPr lang="en-US" sz="2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Data is Buried Treasure…but Useless Raw</a:t>
            </a:r>
          </a:p>
          <a:p>
            <a:pPr marL="0" marR="0">
              <a:spcAft>
                <a:spcPts val="800"/>
              </a:spcAft>
            </a:pPr>
            <a:r>
              <a:rPr lang="en-US" sz="2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Headline:   Without Analytics, the Potential is Lost</a:t>
            </a:r>
            <a:endParaRPr lang="en-US" sz="2200"/>
          </a:p>
        </p:txBody>
      </p:sp>
      <p:pic>
        <p:nvPicPr>
          <p:cNvPr id="5" name="Picture 4" descr="Orange and blue numbers and graphs">
            <a:extLst>
              <a:ext uri="{FF2B5EF4-FFF2-40B4-BE49-F238E27FC236}">
                <a16:creationId xmlns:a16="http://schemas.microsoft.com/office/drawing/2014/main" id="{CB215F3E-880C-46B7-EB51-5EC8FBFA8D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22" r="23143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2E273-721D-3E5A-826B-862C4F24F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174195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9B9AC-F08F-B68F-BF6D-A9F9302F8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Analytics Defined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83C739-2B36-EDF0-C520-3C69798B20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64514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0B4B9-C073-6BA0-2025-C1A2DFF5E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3597934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6CF22A-D7B3-F67E-11BA-DDD3E0918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Power of Analytics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27B74E-20FB-A195-D60F-61498BB4B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598289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97BF5-905C-B15D-FD2A-3BC443568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2009705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53FB9-2966-2A79-5B60-349F5289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Business Analytics Process: A Step-by-Step Guide</a:t>
            </a: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29ED5E-5FC7-5127-545D-78E6445B2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87490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1CCD9-6514-0AEE-74FB-8BD138729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3887748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58D03D-5D6B-C918-134C-2DEE4D8ED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3100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Visualization: Communicating Insights</a:t>
            </a:r>
            <a:br>
              <a:rPr lang="en-US" sz="3100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31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2EF606-379D-339A-285D-45B4271B28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868771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C01AF7-017A-3E4E-4948-9657BA7DF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1075781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C1C4E4-FF1C-8A6C-382A-A3114D800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Data Visualization Matters</a:t>
            </a:r>
            <a:endParaRPr lang="en-US" sz="3700">
              <a:solidFill>
                <a:srgbClr val="FFFFFF"/>
              </a:solidFill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E24A5066-7504-E44F-B204-FEEC8658A2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086109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1D206D-F900-58DE-32D4-3128C4749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389886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CBA534-18CB-76C2-88A0-ABDF8F4C5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Visualization Best Practices</a:t>
            </a:r>
            <a:endParaRPr lang="en-US" sz="37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53D181-75AE-702F-9928-8C292EA6DF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5693647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68B12-8187-0BAA-AB72-AE7EE61AA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1604171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2BE82-8A6D-FD5D-4E77-85847C31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Match Data to the Chart: Examples</a:t>
            </a: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05051E-88E9-96A9-2C39-F33D79570B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496519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A4D2D-795B-E859-6A8B-DE8F90133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706985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2C623-A376-C575-B38D-9048A59D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Visualization Tools: A Toolkit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3DEBA9-950E-3B21-2C7E-64F9DB2308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020811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EB998-A048-EE1A-E0E2-7AEA7F2FD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1130698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EA30C-638E-0EE2-1CFD-951156B87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wrap="square">
            <a:normAutofit/>
          </a:bodyPr>
          <a:lstStyle/>
          <a:p>
            <a:pPr algn="ctr"/>
            <a:r>
              <a:rPr lang="en-US" sz="2400" kern="1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Spreadsheet Software</a:t>
            </a:r>
            <a:br>
              <a:rPr lang="en-US" sz="2400" kern="1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AC27F-6798-A536-D3F3-E402011EB1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74536" y="640080"/>
            <a:ext cx="5053066" cy="2546604"/>
          </a:xfrm>
        </p:spPr>
        <p:txBody>
          <a:bodyPr>
            <a:normAutofit/>
          </a:bodyPr>
          <a:lstStyle/>
          <a:p>
            <a:pPr marL="0" marR="0" indent="0">
              <a:spcAft>
                <a:spcPts val="800"/>
              </a:spcAft>
              <a:buNone/>
            </a:pPr>
            <a:r>
              <a:rPr lang="en-US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Strengths:  </a:t>
            </a:r>
          </a:p>
          <a:p>
            <a:pPr marL="0" marR="0">
              <a:spcAft>
                <a:spcPts val="800"/>
              </a:spcAft>
            </a:pPr>
            <a:r>
              <a:rPr lang="en-US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Accessible, Easy to Learn</a:t>
            </a:r>
          </a:p>
          <a:p>
            <a:pPr marL="0" marR="0">
              <a:spcAft>
                <a:spcPts val="800"/>
              </a:spcAft>
            </a:pPr>
            <a:r>
              <a:rPr lang="en-US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Widely Used, Quick Prototyping</a:t>
            </a:r>
          </a:p>
          <a:p>
            <a:pPr marL="0" marR="0">
              <a:spcAft>
                <a:spcPts val="800"/>
              </a:spcAft>
            </a:pPr>
            <a:r>
              <a:rPr lang="en-US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Basic Charts &amp; Graphs</a:t>
            </a:r>
            <a:endParaRPr lang="en-US" sz="20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81F4D2-0C93-72B1-D762-A807694EA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204" y="3671315"/>
            <a:ext cx="5057398" cy="2546605"/>
          </a:xfrm>
        </p:spPr>
        <p:txBody>
          <a:bodyPr>
            <a:normAutofit/>
          </a:bodyPr>
          <a:lstStyle/>
          <a:p>
            <a:pPr marL="0" marR="0" indent="0">
              <a:spcAft>
                <a:spcPts val="800"/>
              </a:spcAft>
              <a:buNone/>
            </a:pPr>
            <a:r>
              <a:rPr lang="en-US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Weaknesses:  </a:t>
            </a:r>
          </a:p>
          <a:p>
            <a:pPr marL="0" marR="0">
              <a:spcAft>
                <a:spcPts val="800"/>
              </a:spcAft>
            </a:pPr>
            <a:r>
              <a:rPr lang="en-US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Limited for Large Datasets</a:t>
            </a:r>
          </a:p>
          <a:p>
            <a:pPr marL="0" marR="0">
              <a:spcAft>
                <a:spcPts val="800"/>
              </a:spcAft>
            </a:pPr>
            <a:r>
              <a:rPr lang="en-US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Manual Data Manipulation</a:t>
            </a:r>
          </a:p>
          <a:p>
            <a:r>
              <a:rPr lang="en-US" sz="20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Less Sophisticated Visualizations</a:t>
            </a:r>
            <a:endParaRPr lang="en-US" sz="2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254DA-E12A-C6A7-206F-26CCCB4B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1499159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14D77AA-1DEC-AC6D-481F-EF9D1B97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wrap="square">
            <a:normAutofit/>
          </a:bodyPr>
          <a:lstStyle/>
          <a:p>
            <a:pPr algn="ctr"/>
            <a:r>
              <a:rPr lang="en-US" sz="2200" kern="1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Visualization Software</a:t>
            </a:r>
            <a:br>
              <a:rPr lang="en-US" sz="2200" kern="1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20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29CE806-9CF5-B838-2E7E-C692D924F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74536" y="640080"/>
            <a:ext cx="5053066" cy="2546604"/>
          </a:xfrm>
        </p:spPr>
        <p:txBody>
          <a:bodyPr>
            <a:normAutofit/>
          </a:bodyPr>
          <a:lstStyle/>
          <a:p>
            <a:pPr marL="0" marR="0" indent="0"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Strengths:  </a:t>
            </a:r>
          </a:p>
          <a:p>
            <a:pPr marL="0" marR="0">
              <a:spcAft>
                <a:spcPts val="80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Interactive Dashboards</a:t>
            </a:r>
          </a:p>
          <a:p>
            <a:pPr marL="0" marR="0">
              <a:spcAft>
                <a:spcPts val="80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Advanced Visualization</a:t>
            </a:r>
          </a:p>
          <a:p>
            <a:pPr marL="0" marR="0">
              <a:spcAft>
                <a:spcPts val="80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Connect to Many Data Sources</a:t>
            </a:r>
          </a:p>
          <a:p>
            <a:pPr marL="0" marR="0">
              <a:spcAft>
                <a:spcPts val="80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Strong BI Features</a:t>
            </a:r>
            <a:endParaRPr lang="en-US" sz="20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D1AB4A3-BCC5-3A1F-A5A2-4878DE052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204" y="3671315"/>
            <a:ext cx="5057398" cy="2546605"/>
          </a:xfrm>
        </p:spPr>
        <p:txBody>
          <a:bodyPr>
            <a:normAutofit/>
          </a:bodyPr>
          <a:lstStyle/>
          <a:p>
            <a:pPr marL="0" marR="0" indent="0">
              <a:spcAft>
                <a:spcPts val="800"/>
              </a:spcAft>
              <a:buNone/>
            </a:pPr>
            <a:r>
              <a:rPr lang="en-US" sz="1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Weaknesses:  </a:t>
            </a:r>
          </a:p>
          <a:p>
            <a:pPr marL="0" marR="0">
              <a:spcAft>
                <a:spcPts val="800"/>
              </a:spcAft>
            </a:pPr>
            <a:r>
              <a:rPr lang="en-US" sz="1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Can Be Expensive</a:t>
            </a:r>
          </a:p>
          <a:p>
            <a:pPr marL="0" marR="0">
              <a:spcAft>
                <a:spcPts val="800"/>
              </a:spcAft>
            </a:pPr>
            <a:r>
              <a:rPr lang="en-US" sz="1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Steeper Learning Curve</a:t>
            </a:r>
          </a:p>
          <a:p>
            <a:pPr marL="0" marR="0">
              <a:spcAft>
                <a:spcPts val="800"/>
              </a:spcAft>
            </a:pPr>
            <a:r>
              <a:rPr lang="en-US" sz="1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Performance Issues with Large Datasets</a:t>
            </a:r>
          </a:p>
          <a:p>
            <a:pPr marL="0" marR="0">
              <a:spcAft>
                <a:spcPts val="800"/>
              </a:spcAft>
            </a:pPr>
            <a:r>
              <a:rPr lang="en-US" sz="1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Data Modeling Expertise Needed</a:t>
            </a:r>
            <a:endParaRPr lang="en-US" sz="190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A69C127-0DC6-0BEF-6A41-8AE2B216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227829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2B0833-1B00-DFC3-47B8-17FF9D7B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wrap="square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Statistical Programming Languages</a:t>
            </a: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3B2DE-CA3D-3E57-3D9B-711129CC7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74536" y="640080"/>
            <a:ext cx="5053066" cy="2546604"/>
          </a:xfrm>
        </p:spPr>
        <p:txBody>
          <a:bodyPr>
            <a:normAutofit/>
          </a:bodyPr>
          <a:lstStyle/>
          <a:p>
            <a:pPr marL="0" marR="0" indent="0"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Strengths:  </a:t>
            </a:r>
          </a:p>
          <a:p>
            <a:pPr marL="0" marR="0">
              <a:spcAft>
                <a:spcPts val="80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Highly Customizable</a:t>
            </a:r>
          </a:p>
          <a:p>
            <a:pPr marL="0" marR="0">
              <a:spcAft>
                <a:spcPts val="80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Powerful Analytical Capabilities</a:t>
            </a:r>
          </a:p>
          <a:p>
            <a:pPr marL="0" marR="0">
              <a:spcAft>
                <a:spcPts val="80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Extensive Visualization Libraries</a:t>
            </a:r>
          </a:p>
          <a:p>
            <a:pPr marL="0" marR="0">
              <a:spcAft>
                <a:spcPts val="80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Custom Visualizations</a:t>
            </a:r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A5505-44C2-176D-9A26-16B6DCBAE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204" y="3671315"/>
            <a:ext cx="5057398" cy="2546605"/>
          </a:xfrm>
        </p:spPr>
        <p:txBody>
          <a:bodyPr>
            <a:normAutofit/>
          </a:bodyPr>
          <a:lstStyle/>
          <a:p>
            <a:pPr marL="0" marR="0" indent="0"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Weaknesses:  </a:t>
            </a:r>
          </a:p>
          <a:p>
            <a:pPr marL="0" marR="0">
              <a:spcAft>
                <a:spcPts val="80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Steep Learning Curve</a:t>
            </a:r>
          </a:p>
          <a:p>
            <a:pPr marL="0" marR="0">
              <a:spcAft>
                <a:spcPts val="80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Requires Programming Knowledge</a:t>
            </a:r>
          </a:p>
          <a:p>
            <a:pPr marL="0" marR="0">
              <a:spcAft>
                <a:spcPts val="80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Time-Consuming Development</a:t>
            </a:r>
          </a:p>
          <a:p>
            <a:pPr marL="0" marR="0">
              <a:spcAft>
                <a:spcPts val="80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More Data Wrangling Needed</a:t>
            </a:r>
            <a:endParaRPr lang="en-US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239B3-8DE9-13E2-5CD0-E21B630B0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4041851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217A9D4-8781-731A-4E7E-721AD295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Specialized Visualization Tools</a:t>
            </a:r>
            <a:br>
              <a:rPr lang="en-US" sz="2800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800" dirty="0">
              <a:solidFill>
                <a:srgbClr val="FFFFFF"/>
              </a:solidFill>
            </a:endParaRP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EA061B83-305E-BEF5-2BE4-5FF37BA00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638537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710AD10-DE5C-5473-5B6E-B006A7AA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4217987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97EEE5-CFEC-9910-20E3-333D29926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Visualization in Action: Real-World Examples</a:t>
            </a:r>
            <a:endParaRPr lang="en-US" sz="3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D4EB99-D4EB-9CF5-35CE-85033A1F3E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470418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285AF-A13C-1E8C-405C-0EE3BFB9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2728480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68A55F-7B32-44D8-AEE5-1AF405326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DC9BF1-0FF6-73F9-B5D6-BBE0CE0B3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429030"/>
            <a:ext cx="2834640" cy="5457589"/>
          </a:xfrm>
        </p:spPr>
        <p:txBody>
          <a:bodyPr anchor="ctr">
            <a:normAutofit/>
          </a:bodyPr>
          <a:lstStyle/>
          <a:p>
            <a:r>
              <a:rPr lang="en-US" sz="40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Best Practices Revisited</a:t>
            </a:r>
            <a:endParaRPr lang="en-US" sz="4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5320" y="6112341"/>
            <a:ext cx="10835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045208" y="4686084"/>
            <a:ext cx="54864" cy="2834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81A310-9A7C-5B4C-A485-EC7F0E106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1002384"/>
              </p:ext>
            </p:extLst>
          </p:nvPr>
        </p:nvGraphicFramePr>
        <p:xfrm>
          <a:off x="4041648" y="429030"/>
          <a:ext cx="7452360" cy="5459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E6547-7C54-243D-8346-46A027349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2758412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DEF26-9EC6-4E4D-E186-78E317B92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37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Future is Now! - Trends in Business Analytics</a:t>
            </a:r>
            <a:endParaRPr lang="en-US" sz="37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82D32D-051B-3FFD-31AD-3D30F1A9C8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239681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BC2ECD-1630-322B-7819-BEE9BC7F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4077905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26DA2D-B5F5-B806-6C93-281047BFB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Conclusion - Unlock the Power of Data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1B3725-D94C-D11B-F086-215453F2BE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924054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C0DC8D-3BD7-7E89-E764-2033C909E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2025 Vasil Hadji Jordanov</a:t>
            </a:r>
          </a:p>
        </p:txBody>
      </p:sp>
    </p:spTree>
    <p:extLst>
      <p:ext uri="{BB962C8B-B14F-4D97-AF65-F5344CB8AC3E}">
        <p14:creationId xmlns:p14="http://schemas.microsoft.com/office/powerpoint/2010/main" val="233386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869</Words>
  <Application>Microsoft Office PowerPoint</Application>
  <PresentationFormat>Widescreen</PresentationFormat>
  <Paragraphs>139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Business Analytics: Unveiling Insights Through Data              Vasil Hadji Jordanov, MBA, MIT  </vt:lpstr>
      <vt:lpstr>The Age of Data</vt:lpstr>
      <vt:lpstr>Business Analytics Defined</vt:lpstr>
      <vt:lpstr>The Power of Analytics</vt:lpstr>
      <vt:lpstr>The Business Analytics Process: A Step-by-Step Guide</vt:lpstr>
      <vt:lpstr>Data Visualization: Communicating Insights </vt:lpstr>
      <vt:lpstr>Why Data Visualization Matters</vt:lpstr>
      <vt:lpstr>Data Visualization Best Practices</vt:lpstr>
      <vt:lpstr>Match Data to the Chart: Examples</vt:lpstr>
      <vt:lpstr>Data Visualization Tools: A Toolkit</vt:lpstr>
      <vt:lpstr>Spreadsheet Software </vt:lpstr>
      <vt:lpstr>Data Visualization Software </vt:lpstr>
      <vt:lpstr>Statistical Programming Languages</vt:lpstr>
      <vt:lpstr>Specialized Visualization Tools </vt:lpstr>
      <vt:lpstr>Data Visualization in Action: Real-World Examples</vt:lpstr>
      <vt:lpstr>Best Practices Revisited</vt:lpstr>
      <vt:lpstr>The Future is Now! - Trends in Business Analytics</vt:lpstr>
      <vt:lpstr>Conclusion - Unlock the Power of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 Hadzi-Jordanov</dc:creator>
  <cp:lastModifiedBy>Vasil Hadzi-Jordanov</cp:lastModifiedBy>
  <cp:revision>1</cp:revision>
  <dcterms:created xsi:type="dcterms:W3CDTF">2025-02-18T21:16:42Z</dcterms:created>
  <dcterms:modified xsi:type="dcterms:W3CDTF">2025-02-18T21:50:52Z</dcterms:modified>
</cp:coreProperties>
</file>